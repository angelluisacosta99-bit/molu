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75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7FB998-B40F-426A-B72A-5F408EC114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D54BC16-1B54-4755-BBBF-A574F40721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FF3A73E-E547-483B-827D-BCD8A6139C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FF768E-BFC6-4E50-8554-265A6E4CD887}" type="datetimeFigureOut">
              <a:rPr lang="es-ES" smtClean="0"/>
              <a:t>02/12/2023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DFB1B91-59D0-402B-8F34-D73A19CDE1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F302F20-394D-4D53-B8DA-C2CE1754E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9C8B75-850C-48D2-A0D5-F0E7BB10A65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726445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40F139-1C89-4CD1-9B81-F411FC0F9E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8B3BFB1-4FA0-4CB2-81A3-89C96BC211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EBCA68D-416B-4289-B9B6-9F784BF2C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FF768E-BFC6-4E50-8554-265A6E4CD887}" type="datetimeFigureOut">
              <a:rPr lang="es-ES" smtClean="0"/>
              <a:t>02/12/2023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A02CC9A-77A5-4E07-9103-EBD3AFB214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DB9395D-EFCD-4328-83E8-9A7DF4C608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9C8B75-850C-48D2-A0D5-F0E7BB10A65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112639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9093A4-66D0-4782-B9BD-AFED7B82E1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0905BAD-8000-4C23-B871-8ED5F40035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7F04470-F91A-4730-B92B-D25F721D97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FF768E-BFC6-4E50-8554-265A6E4CD887}" type="datetimeFigureOut">
              <a:rPr lang="es-ES" smtClean="0"/>
              <a:t>02/12/2023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D4AFFF8-E26E-41A9-BDAC-7744A4D135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681792E-31E5-46B8-BE85-3D629C4768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9C8B75-850C-48D2-A0D5-F0E7BB10A65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739153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8DB691-4022-43C4-99CF-66B96BFF40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4F87DD7-3D93-4250-8AF2-95F6F8F358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02114AF-F303-4390-AFA6-571D4503E6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C83EC8D-702F-42A4-9C00-E71140670C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FF768E-BFC6-4E50-8554-265A6E4CD887}" type="datetimeFigureOut">
              <a:rPr lang="es-ES" smtClean="0"/>
              <a:t>02/12/2023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12CA120-EBA4-4947-8E7B-59D8B9DC59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3CCDB15-29FA-4A8F-8BBD-BBA1237B95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9C8B75-850C-48D2-A0D5-F0E7BB10A65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055325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62913A-BE92-4352-A202-879FA0156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4BA750C-FA98-40B4-A553-1F10BD402D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BE55B59-A3C8-419C-A547-70EE818518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89DC52A6-03A2-4D67-99F4-061C55ED4A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64087512-4292-416F-AB3D-4794E3A48EC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557005A0-1A32-493F-954B-CCC55014D8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FF768E-BFC6-4E50-8554-265A6E4CD887}" type="datetimeFigureOut">
              <a:rPr lang="es-ES" smtClean="0"/>
              <a:t>02/12/2023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DBF38292-FF28-4959-9080-B997CA201B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88934537-10A8-47CB-84C8-68791D3BF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9C8B75-850C-48D2-A0D5-F0E7BB10A65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140668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740954-282E-4287-8741-CA7B7E980D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2FA8D5DA-3BAF-446B-BA48-A49E4E159B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FF768E-BFC6-4E50-8554-265A6E4CD887}" type="datetimeFigureOut">
              <a:rPr lang="es-ES" smtClean="0"/>
              <a:t>02/12/2023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BD72B56F-9CF2-4EA6-A57F-E4A114FC8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02D43B0C-840A-4410-8644-00D4FE096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9C8B75-850C-48D2-A0D5-F0E7BB10A65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134989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AC90349-35EE-44BE-94A0-4A6EE4876D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FF768E-BFC6-4E50-8554-265A6E4CD887}" type="datetimeFigureOut">
              <a:rPr lang="es-ES" smtClean="0"/>
              <a:t>02/12/2023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E5058E8C-97E4-4A5E-8983-D7D377571E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DDF1DE1-C471-4DCE-B537-52BBB4B57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9C8B75-850C-48D2-A0D5-F0E7BB10A65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161982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65B299-DC9A-49C8-AFAE-FDE09715BD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873B29C-8FDF-4FAE-8C9A-90A3E6C234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0D9BCA5-6312-49D3-9DA7-63CD818F13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91AAD60-5F1C-4B1A-813D-C3065A72DA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FF768E-BFC6-4E50-8554-265A6E4CD887}" type="datetimeFigureOut">
              <a:rPr lang="es-ES" smtClean="0"/>
              <a:t>02/12/2023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83C66A8-3DCD-41A8-AF0F-FB38B19ACD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5C2947A-A488-419D-A1BD-4CFAE7D28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9C8B75-850C-48D2-A0D5-F0E7BB10A65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868417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DF90DD-F963-4E43-A434-37E47C196A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CBDBFB52-253A-4647-AF14-7891ACA74F4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06E8E9F-30B0-4D0F-800E-E79DB3C9E3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CEA7372-6D11-41DE-94A2-E37A5933C3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FF768E-BFC6-4E50-8554-265A6E4CD887}" type="datetimeFigureOut">
              <a:rPr lang="es-ES" smtClean="0"/>
              <a:t>02/12/2023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025B5A8-4CED-484D-86EA-B285A7F778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1C19DA4-188C-4107-BB06-61AB2D420D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9C8B75-850C-48D2-A0D5-F0E7BB10A65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409571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5C218A-E78A-4CC8-945C-9184A13B5F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0943174-B659-4795-9321-D7A18636F6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54BE92D-E4DD-4F69-B369-A614C2BF62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FF768E-BFC6-4E50-8554-265A6E4CD887}" type="datetimeFigureOut">
              <a:rPr lang="es-ES" smtClean="0"/>
              <a:t>02/12/2023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1B91744-B26B-4138-949A-AA686E15B4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2C8CC62-FDEC-49F0-91A0-56D3A22705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9C8B75-850C-48D2-A0D5-F0E7BB10A65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197717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3147E9D-E15D-483D-B118-2B8B5796847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AF3E19E-E4B7-4371-A234-E52B124C9E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1F5CA4C-F235-456B-AE9D-8E101EC2B0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FF768E-BFC6-4E50-8554-265A6E4CD887}" type="datetimeFigureOut">
              <a:rPr lang="es-ES" smtClean="0"/>
              <a:t>02/12/2023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D3489B5-362A-4C0D-85AB-C4FA58116D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193DED0-079C-4518-8274-A724EB8F2C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9C8B75-850C-48D2-A0D5-F0E7BB10A65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311405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901D7697-D0FC-4F93-AA2C-3FDC691476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EEBCDB4-FA77-42A2-91E6-79EC01E1A4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452ACAF-7690-4502-B532-2059C3DEE4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FF768E-BFC6-4E50-8554-265A6E4CD887}" type="datetimeFigureOut">
              <a:rPr lang="es-ES" smtClean="0"/>
              <a:t>02/12/2023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0A2261F-564E-46F5-868E-14864E617F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FDB2861-1146-4CFD-B097-29588972D0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9C8B75-850C-48D2-A0D5-F0E7BB10A65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900409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790039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295598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344525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588583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73827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880303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128874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726239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602248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120058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209507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30195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731368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8795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8405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400885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58945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2157851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0</Words>
  <Application>Microsoft Office PowerPoint</Application>
  <PresentationFormat>Panorámica</PresentationFormat>
  <Paragraphs>0</Paragraphs>
  <Slides>18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18</vt:i4>
      </vt:variant>
    </vt:vector>
  </HeadingPairs>
  <TitlesOfParts>
    <vt:vector size="22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Arlet Acosta González</dc:creator>
  <cp:lastModifiedBy>Arlet Acosta González</cp:lastModifiedBy>
  <cp:revision>2</cp:revision>
  <dcterms:created xsi:type="dcterms:W3CDTF">2023-12-02T10:17:13Z</dcterms:created>
  <dcterms:modified xsi:type="dcterms:W3CDTF">2023-12-02T11:08:57Z</dcterms:modified>
</cp:coreProperties>
</file>