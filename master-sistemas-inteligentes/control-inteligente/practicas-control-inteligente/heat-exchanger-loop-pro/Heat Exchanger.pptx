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6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E46F1-0CF8-4509-B62E-8662DC520B9C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FE113-7D7E-4CEC-9879-3959C0458E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0030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E113-7D7E-4CEC-9879-3959C0458E51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012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2733C-6464-414D-A73C-072B792BF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EAF2BB-2906-4499-8FFF-DA9281946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D447AB-70AE-4ABA-965B-3B5F24FC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FB30F8-DEA6-4114-8AC7-139A9AAE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068FFE-D40F-4033-A3BA-7F9F4967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78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3B333-AF19-458B-91FC-6DF5C6C7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E41858-914F-4C59-890A-5A2C284D6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2E9F75-001E-4B20-9069-2B3899097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FCD7B9-0852-4BD7-8F0D-14F290B4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C91BC7-3149-4F5E-A563-9EE42F12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4128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8F814-11B6-4795-90F8-83F2F4FA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093737-6FF1-49FB-A528-5D7CB02CF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ABB4A1-9728-4F63-9BDE-25FC73E52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654B36-9F5E-47D5-B808-9FF18FF5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4A3707-2A86-45A1-A347-88201F61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956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99154-565B-4C2F-9305-0CE6A276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0413E4-75F6-4924-A729-2003BCDEE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DF5DC2-3681-4CD0-95D5-B28ABD132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C14DD8-CDC7-4784-A9B3-2FF20FB1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678EF9-9A5C-4C85-89AA-5359F11C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D15D9A-8FA0-45E0-B3E9-ACB95950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690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830D2-FCEE-45A5-B93F-7831AB7F0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702ED4-E6AD-4A69-AA7C-369E90A75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5A4221-4046-4B13-8EAE-475AB8051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9203D5-1893-4C62-9739-B6DE79B84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10B02DC-8BEB-4A10-BBB8-037CCB4CE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25034C-0F31-4ED9-99F7-5F8609B1F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C74014-E331-4B6D-8DA9-F454E701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2DBF25-CC7E-4FEB-BD98-EE6B3F29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29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403B9-91E3-4E2C-B6EA-291A2D0A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B1004A-6BA3-403B-A686-6C734D49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C8A0BD-0030-44DD-B572-1AD2EAD68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9C7948F-E829-4961-A6B6-3557B4FA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7020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E86171-3254-4681-9642-F0147AE4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EB785A-921B-4CEB-928F-8BA161D3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3DFF45-7898-4A04-816B-81919E6D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420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6BB18-AB78-4E59-820B-74F9C9F2B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9DFD92-9BA4-4EC8-A986-81D88320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FE5571-D41A-4D7F-A64D-A72680C34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AB636A-61A3-4ABD-8C24-AC0FDFF9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E984C0-61A7-4E39-B0C0-752BD90FC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2043A7-8C5E-4B97-A4EB-4CB1DBB3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821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25013-BAC7-4762-AB62-F7BF85EF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0357D2E-F485-4CED-9AB4-75EBFC799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86E0B4-8C3C-4D6A-82CF-26467D7EE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E76294-FE35-4740-8ED0-0C7187EF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E7A1CA-8EE0-40E6-8FAB-B141B2D1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49FA1A-C75C-40B2-A5E8-DF6CCC36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450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EFE1E-4AE6-4C9C-B1D5-5E32DD37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21C56E-3E20-45C3-A2AF-4C8CEF72A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FCEABE-4214-4392-ACCD-5F0478B1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F11800-3DD5-4D30-86F9-A0A98FE39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B18375-52AA-4B70-98F9-59A8F9B9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69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570FC5-59BD-4907-B943-60980FA80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34C74C-9F40-477C-8563-3682D2238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C0391B-B1A5-42EE-8B3C-70C142A6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A1F949-5D94-41C7-A344-55428FBB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F45D62-5BC6-466F-B706-214806A61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201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703314-5515-4691-B03F-71716CB9C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CC895B-A606-423A-B0CA-8CF35E9BE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470C3-A695-461F-8106-4005958AE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B5388-3E38-4E1E-A254-CF5E22EF5C16}" type="datetimeFigureOut">
              <a:rPr lang="es-ES" smtClean="0"/>
              <a:t>05/12/2023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F08D59-FA06-42B5-B46A-DF2F926D5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A96B4D-1DA2-43A8-BF8C-6C2C4D1F5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9304A-57B0-4C1C-8076-849B369F2F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41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44F04D2-7139-4B06-92AB-7D7798F92FC7}"/>
              </a:ext>
            </a:extLst>
          </p:cNvPr>
          <p:cNvSpPr/>
          <p:nvPr/>
        </p:nvSpPr>
        <p:spPr>
          <a:xfrm>
            <a:off x="2633481" y="1857626"/>
            <a:ext cx="69250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Intercambiador de calor</a:t>
            </a:r>
          </a:p>
        </p:txBody>
      </p:sp>
    </p:spTree>
    <p:extLst>
      <p:ext uri="{BB962C8B-B14F-4D97-AF65-F5344CB8AC3E}">
        <p14:creationId xmlns:p14="http://schemas.microsoft.com/office/powerpoint/2010/main" val="89478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DB0232-C953-419F-B12E-80AC9D2FD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255" y="1376362"/>
            <a:ext cx="4543425" cy="4105275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442BBDD4-8EC7-4FA5-BCDB-88D918784F65}"/>
              </a:ext>
            </a:extLst>
          </p:cNvPr>
          <p:cNvSpPr/>
          <p:nvPr/>
        </p:nvSpPr>
        <p:spPr>
          <a:xfrm>
            <a:off x="3813763" y="-65853"/>
            <a:ext cx="37181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Descripción del proceso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01FA443C-A4FA-4F5F-ADBE-7D627731DBCA}"/>
              </a:ext>
            </a:extLst>
          </p:cNvPr>
          <p:cNvGrpSpPr/>
          <p:nvPr/>
        </p:nvGrpSpPr>
        <p:grpSpPr>
          <a:xfrm>
            <a:off x="301841" y="974650"/>
            <a:ext cx="5575174" cy="5771106"/>
            <a:chOff x="301841" y="1086894"/>
            <a:chExt cx="5575174" cy="5771106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A5FC427E-38C3-407E-80B4-0DDD2F9F993E}"/>
                </a:ext>
              </a:extLst>
            </p:cNvPr>
            <p:cNvPicPr/>
            <p:nvPr/>
          </p:nvPicPr>
          <p:blipFill rotWithShape="1">
            <a:blip r:embed="rId3"/>
            <a:srcRect l="2333"/>
            <a:stretch/>
          </p:blipFill>
          <p:spPr>
            <a:xfrm>
              <a:off x="301841" y="1086894"/>
              <a:ext cx="5575174" cy="5771106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D36EBFC0-AC0F-43C7-AB8A-5272A316A815}"/>
                </a:ext>
              </a:extLst>
            </p:cNvPr>
            <p:cNvSpPr txBox="1"/>
            <p:nvPr/>
          </p:nvSpPr>
          <p:spPr>
            <a:xfrm>
              <a:off x="4833616" y="3821059"/>
              <a:ext cx="987187" cy="83099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ES" sz="1200" dirty="0"/>
                <a:t>Variable controlada (CV) </a:t>
              </a:r>
            </a:p>
            <a:p>
              <a:r>
                <a:rPr lang="es-ES" sz="1200" dirty="0"/>
                <a:t>y(t) </a:t>
              </a:r>
            </a:p>
          </p:txBody>
        </p:sp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29F2C972-F0F6-4BA5-836E-06CE1117ED7B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5226000" y="4652056"/>
              <a:ext cx="101210" cy="264459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46DA4E3-0680-42AD-AA40-578906CB4B7C}"/>
                </a:ext>
              </a:extLst>
            </p:cNvPr>
            <p:cNvSpPr txBox="1"/>
            <p:nvPr/>
          </p:nvSpPr>
          <p:spPr>
            <a:xfrm>
              <a:off x="572298" y="2976659"/>
              <a:ext cx="1666745" cy="64633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ES" sz="1200" dirty="0"/>
                <a:t>Variable </a:t>
              </a:r>
            </a:p>
            <a:p>
              <a:r>
                <a:rPr lang="es-ES" sz="1200" dirty="0"/>
                <a:t>manipulada (MV)</a:t>
              </a:r>
            </a:p>
            <a:p>
              <a:r>
                <a:rPr lang="es-ES" sz="1200" dirty="0"/>
                <a:t>u(t)</a:t>
              </a:r>
            </a:p>
          </p:txBody>
        </p: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122E7B0E-3E7B-4841-B62B-99085B414F47}"/>
                </a:ext>
              </a:extLst>
            </p:cNvPr>
            <p:cNvCxnSpPr>
              <a:cxnSpLocks/>
            </p:cNvCxnSpPr>
            <p:nvPr/>
          </p:nvCxnSpPr>
          <p:spPr>
            <a:xfrm>
              <a:off x="569959" y="3622990"/>
              <a:ext cx="665759" cy="739927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394FFB9D-F8AD-4BAF-967D-DD83517DC0F0}"/>
                </a:ext>
              </a:extLst>
            </p:cNvPr>
            <p:cNvSpPr txBox="1"/>
            <p:nvPr/>
          </p:nvSpPr>
          <p:spPr>
            <a:xfrm>
              <a:off x="2335828" y="4546461"/>
              <a:ext cx="1366378" cy="2769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ES" sz="1200" dirty="0"/>
                <a:t>Actuador (válvula)</a:t>
              </a:r>
            </a:p>
          </p:txBody>
        </p: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695B4451-19F3-4997-A843-F242FAFA085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H="1" flipV="1">
              <a:off x="2610034" y="4236558"/>
              <a:ext cx="408983" cy="309903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04235FC-538B-4E32-B221-80E6A77BF0F5}"/>
                </a:ext>
              </a:extLst>
            </p:cNvPr>
            <p:cNvSpPr txBox="1"/>
            <p:nvPr/>
          </p:nvSpPr>
          <p:spPr>
            <a:xfrm>
              <a:off x="1235718" y="4980971"/>
              <a:ext cx="968791" cy="4616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Sensor de </a:t>
              </a:r>
            </a:p>
            <a:p>
              <a:r>
                <a:rPr lang="es-ES" sz="1200" dirty="0"/>
                <a:t>temperatura</a:t>
              </a:r>
            </a:p>
          </p:txBody>
        </p: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C73766E4-FEB3-4133-B1A8-D1C793526E06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2204509" y="5211804"/>
              <a:ext cx="610016" cy="0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2FA8027F-13E1-4E47-A48F-B82624018C71}"/>
                </a:ext>
              </a:extLst>
            </p:cNvPr>
            <p:cNvSpPr txBox="1"/>
            <p:nvPr/>
          </p:nvSpPr>
          <p:spPr>
            <a:xfrm>
              <a:off x="2127714" y="1177846"/>
              <a:ext cx="1330942" cy="2769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Perturbación d1(t)</a:t>
              </a:r>
            </a:p>
          </p:txBody>
        </p: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42C44B36-038A-41AD-84F3-2E400F496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481" y="1452629"/>
              <a:ext cx="382044" cy="352644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34D88686-7044-44D8-9DD1-E5C10473F873}"/>
                </a:ext>
              </a:extLst>
            </p:cNvPr>
            <p:cNvSpPr txBox="1"/>
            <p:nvPr/>
          </p:nvSpPr>
          <p:spPr>
            <a:xfrm>
              <a:off x="3080227" y="5899187"/>
              <a:ext cx="1027974" cy="4616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Perturbación </a:t>
              </a:r>
            </a:p>
            <a:p>
              <a:r>
                <a:rPr lang="es-ES" sz="1200" dirty="0"/>
                <a:t>d2(t)</a:t>
              </a:r>
            </a:p>
          </p:txBody>
        </p:sp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AA1CAB28-24FD-42F6-9ED4-F3F8BB9930CB}"/>
                </a:ext>
              </a:extLst>
            </p:cNvPr>
            <p:cNvCxnSpPr>
              <a:cxnSpLocks/>
            </p:cNvCxnSpPr>
            <p:nvPr/>
          </p:nvCxnSpPr>
          <p:spPr>
            <a:xfrm>
              <a:off x="4076652" y="6100105"/>
              <a:ext cx="317794" cy="0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50FA401-ECB2-490D-A62D-02690E7910EF}"/>
              </a:ext>
            </a:extLst>
          </p:cNvPr>
          <p:cNvSpPr txBox="1"/>
          <p:nvPr/>
        </p:nvSpPr>
        <p:spPr>
          <a:xfrm>
            <a:off x="569959" y="112244"/>
            <a:ext cx="133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Lazo abierto</a:t>
            </a:r>
          </a:p>
        </p:txBody>
      </p:sp>
    </p:spTree>
    <p:extLst>
      <p:ext uri="{BB962C8B-B14F-4D97-AF65-F5344CB8AC3E}">
        <p14:creationId xmlns:p14="http://schemas.microsoft.com/office/powerpoint/2010/main" val="3890085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>
            <a:extLst>
              <a:ext uri="{FF2B5EF4-FFF2-40B4-BE49-F238E27FC236}">
                <a16:creationId xmlns:a16="http://schemas.microsoft.com/office/drawing/2014/main" id="{8CDD503B-6267-432E-BA0C-3793C32834BD}"/>
              </a:ext>
            </a:extLst>
          </p:cNvPr>
          <p:cNvSpPr txBox="1"/>
          <p:nvPr/>
        </p:nvSpPr>
        <p:spPr>
          <a:xfrm>
            <a:off x="77595" y="71402"/>
            <a:ext cx="1377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Lazo cerrado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977BE84-9101-4EF1-84AA-16CF5D1B05BC}"/>
              </a:ext>
            </a:extLst>
          </p:cNvPr>
          <p:cNvSpPr txBox="1"/>
          <p:nvPr/>
        </p:nvSpPr>
        <p:spPr>
          <a:xfrm>
            <a:off x="6551658" y="71402"/>
            <a:ext cx="5487105" cy="16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variable de proceso medida (PV=CV) es la temperatura del líquido caliente que sale del intercambiador.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señal de salida del controlador (CO=MV) mueve una válvula para manipular el caudal de líquido de enfriamiento en el lado de la carcasa para mantener el PV =CV en el punto de ajuste (SP=</a:t>
            </a:r>
            <a:r>
              <a:rPr lang="es-E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</a:t>
            </a: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flujo de líquido caliente actúa como una perturbación (D) del proceso.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FEA2427-BAB0-4CA5-8931-09F41CDFF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707" y="2135856"/>
            <a:ext cx="5600271" cy="359363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8C81FD9-AC8A-40BC-B9E1-55FB0A8AF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12" y="608922"/>
            <a:ext cx="5600271" cy="5972413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2D5D797-52BE-41B4-9C7C-62D6C2C4DBD6}"/>
              </a:ext>
            </a:extLst>
          </p:cNvPr>
          <p:cNvSpPr txBox="1"/>
          <p:nvPr/>
        </p:nvSpPr>
        <p:spPr>
          <a:xfrm>
            <a:off x="5354136" y="3355352"/>
            <a:ext cx="987187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/>
              <a:t>Variable controlada (CV)</a:t>
            </a:r>
          </a:p>
          <a:p>
            <a:pPr algn="ctr"/>
            <a:r>
              <a:rPr lang="es-ES" sz="1200" dirty="0"/>
              <a:t>y(t)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FEADFE99-0E08-4041-8496-9C71E34E58EF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5746520" y="4186349"/>
            <a:ext cx="101210" cy="264459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E0D641-8009-4509-AA50-60A927446697}"/>
              </a:ext>
            </a:extLst>
          </p:cNvPr>
          <p:cNvSpPr txBox="1"/>
          <p:nvPr/>
        </p:nvSpPr>
        <p:spPr>
          <a:xfrm>
            <a:off x="1295140" y="2274545"/>
            <a:ext cx="140106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/>
              <a:t>Variable </a:t>
            </a:r>
          </a:p>
          <a:p>
            <a:r>
              <a:rPr lang="es-ES" sz="1200" dirty="0"/>
              <a:t>manipulada (MV)</a:t>
            </a:r>
          </a:p>
          <a:p>
            <a:r>
              <a:rPr lang="es-ES" sz="1200" dirty="0"/>
              <a:t>u(t)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E5B2CD98-D8B0-426D-88D5-5A785B7B4238}"/>
              </a:ext>
            </a:extLst>
          </p:cNvPr>
          <p:cNvCxnSpPr>
            <a:cxnSpLocks/>
          </p:cNvCxnSpPr>
          <p:nvPr/>
        </p:nvCxnSpPr>
        <p:spPr>
          <a:xfrm>
            <a:off x="1295140" y="2920876"/>
            <a:ext cx="589931" cy="1044922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7187089-7C76-4B74-A616-6EF77279812B}"/>
              </a:ext>
            </a:extLst>
          </p:cNvPr>
          <p:cNvSpPr txBox="1"/>
          <p:nvPr/>
        </p:nvSpPr>
        <p:spPr>
          <a:xfrm>
            <a:off x="3074342" y="4120750"/>
            <a:ext cx="136637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/>
              <a:t>Actuador (válvula)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32390B4-0980-424D-BA0F-EB8311F38A78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3348548" y="3810847"/>
            <a:ext cx="408983" cy="309903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21E015F-091C-4C61-B30D-1BCF65F98CA6}"/>
              </a:ext>
            </a:extLst>
          </p:cNvPr>
          <p:cNvSpPr txBox="1"/>
          <p:nvPr/>
        </p:nvSpPr>
        <p:spPr>
          <a:xfrm>
            <a:off x="1779925" y="4613241"/>
            <a:ext cx="968791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/>
              <a:t>Sensor de </a:t>
            </a:r>
          </a:p>
          <a:p>
            <a:r>
              <a:rPr lang="es-ES" sz="1200" dirty="0"/>
              <a:t>temperatura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4DFA482-ED29-41B1-9389-4B246F0DD39B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2748716" y="4844074"/>
            <a:ext cx="610016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29835D1-531E-4FAC-A4C0-2CDD8D758EC0}"/>
              </a:ext>
            </a:extLst>
          </p:cNvPr>
          <p:cNvSpPr txBox="1"/>
          <p:nvPr/>
        </p:nvSpPr>
        <p:spPr>
          <a:xfrm>
            <a:off x="2592022" y="777317"/>
            <a:ext cx="133094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/>
              <a:t>Perturbación d1(t)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43AB245B-4398-4E66-A2C0-CEFF72AFBA98}"/>
              </a:ext>
            </a:extLst>
          </p:cNvPr>
          <p:cNvCxnSpPr>
            <a:cxnSpLocks/>
          </p:cNvCxnSpPr>
          <p:nvPr/>
        </p:nvCxnSpPr>
        <p:spPr>
          <a:xfrm flipH="1">
            <a:off x="2896789" y="1052100"/>
            <a:ext cx="382044" cy="35264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569DC83-260A-462A-A9A1-EE04E97A2CFC}"/>
              </a:ext>
            </a:extLst>
          </p:cNvPr>
          <p:cNvSpPr txBox="1"/>
          <p:nvPr/>
        </p:nvSpPr>
        <p:spPr>
          <a:xfrm>
            <a:off x="3752860" y="5574745"/>
            <a:ext cx="1027974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/>
              <a:t>Perturbación </a:t>
            </a:r>
          </a:p>
          <a:p>
            <a:r>
              <a:rPr lang="es-ES" sz="1200" dirty="0"/>
              <a:t>d2(t)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D2E8BEBC-CE1F-41F8-B54D-E327016E8D6F}"/>
              </a:ext>
            </a:extLst>
          </p:cNvPr>
          <p:cNvCxnSpPr>
            <a:cxnSpLocks/>
          </p:cNvCxnSpPr>
          <p:nvPr/>
        </p:nvCxnSpPr>
        <p:spPr>
          <a:xfrm>
            <a:off x="4735758" y="5810464"/>
            <a:ext cx="317794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F2CB8C1-83FF-4BB9-BDAB-DB8E562AEC81}"/>
              </a:ext>
            </a:extLst>
          </p:cNvPr>
          <p:cNvSpPr txBox="1"/>
          <p:nvPr/>
        </p:nvSpPr>
        <p:spPr>
          <a:xfrm>
            <a:off x="1620594" y="5729490"/>
            <a:ext cx="107561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/>
              <a:t>Referencia r(t)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B2A7E24D-A546-49A3-85C3-6EEE012574D1}"/>
              </a:ext>
            </a:extLst>
          </p:cNvPr>
          <p:cNvCxnSpPr>
            <a:cxnSpLocks/>
          </p:cNvCxnSpPr>
          <p:nvPr/>
        </p:nvCxnSpPr>
        <p:spPr>
          <a:xfrm flipV="1">
            <a:off x="2137155" y="5486400"/>
            <a:ext cx="402925" cy="243091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89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22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AA89C4D-D881-452F-8A08-21A811B7F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63" y="1311686"/>
            <a:ext cx="4862935" cy="454895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8346280-A4D8-4FC7-A5B9-342F75196FC9}"/>
              </a:ext>
            </a:extLst>
          </p:cNvPr>
          <p:cNvSpPr txBox="1"/>
          <p:nvPr/>
        </p:nvSpPr>
        <p:spPr>
          <a:xfrm>
            <a:off x="611231" y="666356"/>
            <a:ext cx="5935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Salto de 39 a 50 en la entrada y en la perturbación de 20 a 30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868AB20-21F4-4CC5-88DC-5803621F22D2}"/>
              </a:ext>
            </a:extLst>
          </p:cNvPr>
          <p:cNvSpPr/>
          <p:nvPr/>
        </p:nvSpPr>
        <p:spPr>
          <a:xfrm>
            <a:off x="3048000" y="1581151"/>
            <a:ext cx="1295400" cy="39651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CB91402-0BBE-4C44-83A7-291A3F64CDD9}"/>
              </a:ext>
            </a:extLst>
          </p:cNvPr>
          <p:cNvSpPr/>
          <p:nvPr/>
        </p:nvSpPr>
        <p:spPr>
          <a:xfrm>
            <a:off x="4524374" y="1581151"/>
            <a:ext cx="866775" cy="3965164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395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86C374-8049-479C-9696-6CD60501E5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06" t="31806" r="45469" b="12500"/>
          <a:stretch/>
        </p:blipFill>
        <p:spPr>
          <a:xfrm>
            <a:off x="770920" y="93493"/>
            <a:ext cx="3414177" cy="32289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6ED39B3-725F-4F4A-AE1D-153E50DF0B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406" t="32500" r="45469" b="11806"/>
          <a:stretch/>
        </p:blipFill>
        <p:spPr>
          <a:xfrm>
            <a:off x="4213868" y="93493"/>
            <a:ext cx="3414178" cy="32289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A18D2F-5CBE-4F13-8DC8-8901F00283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563" t="32639" r="45234" b="12778"/>
          <a:stretch/>
        </p:blipFill>
        <p:spPr>
          <a:xfrm>
            <a:off x="750746" y="3535533"/>
            <a:ext cx="3491893" cy="322897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6DF5E7B-CF7A-4C4E-BBD8-601FE2B977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797" t="32500" r="45156" b="12639"/>
          <a:stretch/>
        </p:blipFill>
        <p:spPr>
          <a:xfrm>
            <a:off x="4242639" y="3535533"/>
            <a:ext cx="3471721" cy="324191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EDCDF49-D654-46C9-9398-BC7FE7346BFF}"/>
              </a:ext>
            </a:extLst>
          </p:cNvPr>
          <p:cNvSpPr txBox="1"/>
          <p:nvPr/>
        </p:nvSpPr>
        <p:spPr>
          <a:xfrm>
            <a:off x="8027078" y="2103083"/>
            <a:ext cx="1355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Explicar pico</a:t>
            </a:r>
          </a:p>
        </p:txBody>
      </p:sp>
    </p:spTree>
    <p:extLst>
      <p:ext uri="{BB962C8B-B14F-4D97-AF65-F5344CB8AC3E}">
        <p14:creationId xmlns:p14="http://schemas.microsoft.com/office/powerpoint/2010/main" val="91893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BEADF0B-5CB2-49B8-8499-1D52C2D401A3}"/>
              </a:ext>
            </a:extLst>
          </p:cNvPr>
          <p:cNvSpPr txBox="1"/>
          <p:nvPr/>
        </p:nvSpPr>
        <p:spPr>
          <a:xfrm>
            <a:off x="1724025" y="581025"/>
            <a:ext cx="4988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Para buscar parámetros del proceso en </a:t>
            </a:r>
            <a:r>
              <a:rPr lang="es-ES"/>
              <a:t>lazo abierto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3E6139-549F-4C28-BEDB-585A5A528F64}"/>
              </a:ext>
            </a:extLst>
          </p:cNvPr>
          <p:cNvSpPr txBox="1"/>
          <p:nvPr/>
        </p:nvSpPr>
        <p:spPr>
          <a:xfrm>
            <a:off x="1846555" y="1597981"/>
            <a:ext cx="167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Salto de 40 a 50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278F27B-5FB6-4F1B-B604-856E17E5CC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26" t="24984" r="40219" b="16893"/>
          <a:stretch/>
        </p:blipFill>
        <p:spPr>
          <a:xfrm>
            <a:off x="936665" y="2141737"/>
            <a:ext cx="4651899" cy="398607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B510B1B-D54A-4D27-A509-4E81643D05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72" t="25502" r="40073" b="16942"/>
          <a:stretch/>
        </p:blipFill>
        <p:spPr>
          <a:xfrm>
            <a:off x="5588564" y="2141737"/>
            <a:ext cx="4697728" cy="398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82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62FE83D-4BC8-4F57-9391-612F9FD73AB3}"/>
              </a:ext>
            </a:extLst>
          </p:cNvPr>
          <p:cNvSpPr txBox="1"/>
          <p:nvPr/>
        </p:nvSpPr>
        <p:spPr>
          <a:xfrm>
            <a:off x="1819922" y="60368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T1-t0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772669-BFAB-48D3-8D9F-D6E68981A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26" t="24984" r="40073" b="16505"/>
          <a:stretch/>
        </p:blipFill>
        <p:spPr>
          <a:xfrm>
            <a:off x="463056" y="1182949"/>
            <a:ext cx="5227531" cy="44921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D64443D-BC5D-43F2-A6E0-49C356E569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00" t="17864" r="35558" b="16634"/>
          <a:stretch/>
        </p:blipFill>
        <p:spPr>
          <a:xfrm>
            <a:off x="5690587" y="1182949"/>
            <a:ext cx="5211192" cy="44921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158C5DD-F1E0-4FD3-A700-DB509D4F3A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50" t="80198" r="61863" b="17846"/>
          <a:stretch/>
        </p:blipFill>
        <p:spPr>
          <a:xfrm>
            <a:off x="932183" y="4248511"/>
            <a:ext cx="1282937" cy="39355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FBAD3ED-C068-4E35-A653-3242C7857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087" t="80171" r="64370" b="17822"/>
          <a:stretch/>
        </p:blipFill>
        <p:spPr>
          <a:xfrm>
            <a:off x="8296183" y="4266583"/>
            <a:ext cx="1273411" cy="40581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D08132A-3A63-4CC9-B6EA-58EDB8C7501E}"/>
              </a:ext>
            </a:extLst>
          </p:cNvPr>
          <p:cNvCxnSpPr>
            <a:cxnSpLocks/>
          </p:cNvCxnSpPr>
          <p:nvPr/>
        </p:nvCxnSpPr>
        <p:spPr>
          <a:xfrm>
            <a:off x="929384" y="4642063"/>
            <a:ext cx="1285736" cy="9110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55F4927-55AB-4F70-A14F-F6EC02B6C021}"/>
              </a:ext>
            </a:extLst>
          </p:cNvPr>
          <p:cNvCxnSpPr>
            <a:cxnSpLocks/>
          </p:cNvCxnSpPr>
          <p:nvPr/>
        </p:nvCxnSpPr>
        <p:spPr>
          <a:xfrm>
            <a:off x="2215120" y="4248510"/>
            <a:ext cx="485218" cy="1185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166F181-945A-4395-9E9C-8764E6E169DE}"/>
              </a:ext>
            </a:extLst>
          </p:cNvPr>
          <p:cNvCxnSpPr>
            <a:cxnSpLocks/>
          </p:cNvCxnSpPr>
          <p:nvPr/>
        </p:nvCxnSpPr>
        <p:spPr>
          <a:xfrm flipH="1">
            <a:off x="6973524" y="4266583"/>
            <a:ext cx="1322659" cy="11944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207B916-44E5-419D-AB0C-104CA76AEABF}"/>
              </a:ext>
            </a:extLst>
          </p:cNvPr>
          <p:cNvCxnSpPr>
            <a:cxnSpLocks/>
          </p:cNvCxnSpPr>
          <p:nvPr/>
        </p:nvCxnSpPr>
        <p:spPr>
          <a:xfrm flipH="1">
            <a:off x="7394575" y="4672402"/>
            <a:ext cx="2175019" cy="9028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692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A81038-6EC7-4934-8EC8-2AF2B05BDBE6}"/>
              </a:ext>
            </a:extLst>
          </p:cNvPr>
          <p:cNvSpPr txBox="1"/>
          <p:nvPr/>
        </p:nvSpPr>
        <p:spPr>
          <a:xfrm>
            <a:off x="1748901" y="861134"/>
            <a:ext cx="110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T2-t1=tau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A99922-2ABD-4BDA-A00D-FBFE2E56CA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99" t="17943" r="35486" b="16504"/>
          <a:stretch/>
        </p:blipFill>
        <p:spPr>
          <a:xfrm>
            <a:off x="1216241" y="1585573"/>
            <a:ext cx="5220070" cy="449563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DD8BFCE-1A70-4AF8-B05D-20B128D3AE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148" t="80135" r="58239" b="17816"/>
          <a:stretch/>
        </p:blipFill>
        <p:spPr>
          <a:xfrm>
            <a:off x="3785712" y="5114856"/>
            <a:ext cx="988150" cy="315142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AFD2E43-079C-4B5B-B5A5-9C96BA90EE6E}"/>
              </a:ext>
            </a:extLst>
          </p:cNvPr>
          <p:cNvCxnSpPr>
            <a:cxnSpLocks/>
          </p:cNvCxnSpPr>
          <p:nvPr/>
        </p:nvCxnSpPr>
        <p:spPr>
          <a:xfrm flipH="1">
            <a:off x="3232150" y="5114856"/>
            <a:ext cx="553563" cy="7493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420EC6C-38B5-4F3F-9E8A-62EF0664CAA6}"/>
              </a:ext>
            </a:extLst>
          </p:cNvPr>
          <p:cNvCxnSpPr>
            <a:cxnSpLocks/>
          </p:cNvCxnSpPr>
          <p:nvPr/>
        </p:nvCxnSpPr>
        <p:spPr>
          <a:xfrm flipH="1">
            <a:off x="3644900" y="5429998"/>
            <a:ext cx="1128962" cy="5580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888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F6D49A-ADCA-4F4F-8FCF-816EEE704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17" y="1899821"/>
            <a:ext cx="9082766" cy="426625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5EDA975-8358-46FC-BC5F-D9B9FA541B6F}"/>
              </a:ext>
            </a:extLst>
          </p:cNvPr>
          <p:cNvSpPr/>
          <p:nvPr/>
        </p:nvSpPr>
        <p:spPr>
          <a:xfrm>
            <a:off x="1740023" y="2059619"/>
            <a:ext cx="1150815" cy="2219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952BB3-3B03-436C-81AD-6033632519C6}"/>
              </a:ext>
            </a:extLst>
          </p:cNvPr>
          <p:cNvSpPr/>
          <p:nvPr/>
        </p:nvSpPr>
        <p:spPr>
          <a:xfrm>
            <a:off x="2937905" y="2057075"/>
            <a:ext cx="1888355" cy="2219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71B54F3-9EE0-43BF-9F46-DBA935E230E5}"/>
              </a:ext>
            </a:extLst>
          </p:cNvPr>
          <p:cNvSpPr/>
          <p:nvPr/>
        </p:nvSpPr>
        <p:spPr>
          <a:xfrm>
            <a:off x="4873327" y="2059619"/>
            <a:ext cx="1927935" cy="2219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A488F0-C5AA-479E-BB18-F728FF8F3454}"/>
              </a:ext>
            </a:extLst>
          </p:cNvPr>
          <p:cNvSpPr txBox="1"/>
          <p:nvPr/>
        </p:nvSpPr>
        <p:spPr>
          <a:xfrm>
            <a:off x="2334886" y="2203764"/>
            <a:ext cx="464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s-ES" sz="14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endParaRPr lang="es-ES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380678-84FB-4D41-B604-B89DEE4F285F}"/>
              </a:ext>
            </a:extLst>
          </p:cNvPr>
          <p:cNvSpPr txBox="1"/>
          <p:nvPr/>
        </p:nvSpPr>
        <p:spPr>
          <a:xfrm>
            <a:off x="6316980" y="2203764"/>
            <a:ext cx="342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endParaRPr lang="es-ES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E163FC8-2461-41E1-9A14-65E921EB63B2}"/>
              </a:ext>
            </a:extLst>
          </p:cNvPr>
          <p:cNvSpPr txBox="1"/>
          <p:nvPr/>
        </p:nvSpPr>
        <p:spPr>
          <a:xfrm>
            <a:off x="4321969" y="2203764"/>
            <a:ext cx="281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/>
              <a:t>τ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84453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EA9DAE-9B02-4D28-B134-B6C368690450}"/>
              </a:ext>
            </a:extLst>
          </p:cNvPr>
          <p:cNvSpPr txBox="1"/>
          <p:nvPr/>
        </p:nvSpPr>
        <p:spPr>
          <a:xfrm>
            <a:off x="752475" y="285750"/>
            <a:ext cx="93165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Hacer lo mismo en otro punto de operación para ver linealidad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A872B3-C507-4293-A0DC-900D318680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9"/>
          <a:stretch/>
        </p:blipFill>
        <p:spPr>
          <a:xfrm>
            <a:off x="361950" y="1461136"/>
            <a:ext cx="5734050" cy="431696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314D3E7-977D-44B4-A1DF-546A309188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07" b="-1"/>
          <a:stretch/>
        </p:blipFill>
        <p:spPr>
          <a:xfrm>
            <a:off x="6096001" y="1461135"/>
            <a:ext cx="5734050" cy="431696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99986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19F0B5-5766-4780-9CDE-B6E5C3B500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81"/>
          <a:stretch/>
        </p:blipFill>
        <p:spPr>
          <a:xfrm>
            <a:off x="6096000" y="1639839"/>
            <a:ext cx="5132070" cy="39229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B655BCD-049C-4CCA-AE76-63CDB59F2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" y="1639839"/>
            <a:ext cx="5132070" cy="39134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0E64ECD-7617-4350-BC2B-7CB11160D5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590" t="94542" r="76875" b="1856"/>
          <a:stretch/>
        </p:blipFill>
        <p:spPr>
          <a:xfrm>
            <a:off x="2548890" y="4352925"/>
            <a:ext cx="1217629" cy="4438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8ACEDF4-0AA4-4B85-8101-9A738BB83E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88" t="94169" r="64236" b="2092"/>
          <a:stretch/>
        </p:blipFill>
        <p:spPr>
          <a:xfrm>
            <a:off x="8353848" y="4352925"/>
            <a:ext cx="1170190" cy="4438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3001FEC-7825-49D8-99D7-458F8C607C05}"/>
              </a:ext>
            </a:extLst>
          </p:cNvPr>
          <p:cNvCxnSpPr>
            <a:cxnSpLocks/>
          </p:cNvCxnSpPr>
          <p:nvPr/>
        </p:nvCxnSpPr>
        <p:spPr>
          <a:xfrm flipH="1">
            <a:off x="1765935" y="4352925"/>
            <a:ext cx="782957" cy="9982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4551D4B-39D0-4EB3-A2A7-A1C1ADF84670}"/>
              </a:ext>
            </a:extLst>
          </p:cNvPr>
          <p:cNvCxnSpPr>
            <a:cxnSpLocks/>
          </p:cNvCxnSpPr>
          <p:nvPr/>
        </p:nvCxnSpPr>
        <p:spPr>
          <a:xfrm flipH="1">
            <a:off x="2141220" y="4796790"/>
            <a:ext cx="1625300" cy="67818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B35B5179-5057-4DD2-9D5A-5711278553AE}"/>
              </a:ext>
            </a:extLst>
          </p:cNvPr>
          <p:cNvCxnSpPr>
            <a:cxnSpLocks/>
          </p:cNvCxnSpPr>
          <p:nvPr/>
        </p:nvCxnSpPr>
        <p:spPr>
          <a:xfrm flipH="1">
            <a:off x="7559040" y="4352925"/>
            <a:ext cx="794808" cy="9982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384877E-48F0-42C1-8418-8C54E6C4B60E}"/>
              </a:ext>
            </a:extLst>
          </p:cNvPr>
          <p:cNvCxnSpPr>
            <a:cxnSpLocks/>
          </p:cNvCxnSpPr>
          <p:nvPr/>
        </p:nvCxnSpPr>
        <p:spPr>
          <a:xfrm flipH="1">
            <a:off x="7941945" y="4796790"/>
            <a:ext cx="1582093" cy="67818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100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778DE1-4704-44F2-9CAE-439D8183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06" y="942975"/>
            <a:ext cx="8168336" cy="52675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37A591C-0FC9-4C1F-80F9-12D5D4304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375" t="94390" r="52046" b="1994"/>
          <a:stretch/>
        </p:blipFill>
        <p:spPr>
          <a:xfrm>
            <a:off x="6096000" y="4785360"/>
            <a:ext cx="1437224" cy="442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26CDF6C-1E7F-4003-AA0C-3A09BD33C71D}"/>
              </a:ext>
            </a:extLst>
          </p:cNvPr>
          <p:cNvCxnSpPr>
            <a:cxnSpLocks/>
          </p:cNvCxnSpPr>
          <p:nvPr/>
        </p:nvCxnSpPr>
        <p:spPr>
          <a:xfrm flipH="1">
            <a:off x="5095240" y="4785360"/>
            <a:ext cx="1000760" cy="11296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6138E8E-F979-4FBC-AA0B-52BBF0F78A02}"/>
              </a:ext>
            </a:extLst>
          </p:cNvPr>
          <p:cNvCxnSpPr>
            <a:cxnSpLocks/>
          </p:cNvCxnSpPr>
          <p:nvPr/>
        </p:nvCxnSpPr>
        <p:spPr>
          <a:xfrm flipH="1">
            <a:off x="5687060" y="5227583"/>
            <a:ext cx="1846164" cy="86854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778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06C95C-BA13-4E25-8291-5B0B8C48B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603" y="643648"/>
            <a:ext cx="8702794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85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9B7B1A-66E0-43E8-AD6E-59691BFC7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994" y="2124572"/>
            <a:ext cx="8021686" cy="317781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E705D72-9159-4FDD-AD70-9773A1AAC8C4}"/>
              </a:ext>
            </a:extLst>
          </p:cNvPr>
          <p:cNvSpPr/>
          <p:nvPr/>
        </p:nvSpPr>
        <p:spPr>
          <a:xfrm>
            <a:off x="1882263" y="2394899"/>
            <a:ext cx="1364483" cy="21939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C07FC4C-6C22-49F6-9A28-9E550F5DB348}"/>
              </a:ext>
            </a:extLst>
          </p:cNvPr>
          <p:cNvSpPr/>
          <p:nvPr/>
        </p:nvSpPr>
        <p:spPr>
          <a:xfrm>
            <a:off x="3360420" y="2392355"/>
            <a:ext cx="2364058" cy="2219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B0049C1-50F8-4514-ADD6-9FBC86D2A381}"/>
              </a:ext>
            </a:extLst>
          </p:cNvPr>
          <p:cNvSpPr/>
          <p:nvPr/>
        </p:nvSpPr>
        <p:spPr>
          <a:xfrm>
            <a:off x="5838152" y="2392355"/>
            <a:ext cx="2391448" cy="2219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3B1822A-539D-485A-9488-34F6515FEC38}"/>
              </a:ext>
            </a:extLst>
          </p:cNvPr>
          <p:cNvSpPr txBox="1"/>
          <p:nvPr/>
        </p:nvSpPr>
        <p:spPr>
          <a:xfrm>
            <a:off x="2036007" y="2539044"/>
            <a:ext cx="464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s-ES" sz="14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endParaRPr lang="es-ES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EDE5714-6A40-440D-952C-8FE0C136B91B}"/>
              </a:ext>
            </a:extLst>
          </p:cNvPr>
          <p:cNvSpPr txBox="1"/>
          <p:nvPr/>
        </p:nvSpPr>
        <p:spPr>
          <a:xfrm>
            <a:off x="6158767" y="2535985"/>
            <a:ext cx="342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endParaRPr lang="es-ES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E61C8E4-B03E-4F51-AB59-1455C7CC1B9F}"/>
              </a:ext>
            </a:extLst>
          </p:cNvPr>
          <p:cNvSpPr txBox="1"/>
          <p:nvPr/>
        </p:nvSpPr>
        <p:spPr>
          <a:xfrm>
            <a:off x="3893527" y="2539044"/>
            <a:ext cx="281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/>
              <a:t>τ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67614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5DAF521-E813-4829-9F75-6D38D5CDD314}"/>
              </a:ext>
            </a:extLst>
          </p:cNvPr>
          <p:cNvSpPr/>
          <p:nvPr/>
        </p:nvSpPr>
        <p:spPr>
          <a:xfrm>
            <a:off x="3607512" y="576560"/>
            <a:ext cx="40816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Controlador P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DB9212-6091-45E6-A3FC-561F0A34D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432" y="2266766"/>
            <a:ext cx="6172735" cy="42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05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DF7D8ED-5024-4AD3-A5EA-ACDE43B6C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097" y="1590675"/>
            <a:ext cx="5422109" cy="34616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C25BFB-EBFF-4A22-B840-47347CEF5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91" y="1562100"/>
            <a:ext cx="5422109" cy="346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68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425A84-EF4E-47BC-87FC-FDC84E55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223" y="662700"/>
            <a:ext cx="8687553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1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300AC3E-B27A-4364-8A13-F4EE3A1CCC65}"/>
              </a:ext>
            </a:extLst>
          </p:cNvPr>
          <p:cNvSpPr txBox="1"/>
          <p:nvPr/>
        </p:nvSpPr>
        <p:spPr>
          <a:xfrm>
            <a:off x="4705350" y="190500"/>
            <a:ext cx="1863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LOOP-PRO TUNER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62218D-5932-4431-9BCB-8FDF3232F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10665"/>
            <a:ext cx="10591800" cy="334156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022964-388E-45E1-BF3A-D98ED10F2E9A}"/>
              </a:ext>
            </a:extLst>
          </p:cNvPr>
          <p:cNvSpPr txBox="1"/>
          <p:nvPr/>
        </p:nvSpPr>
        <p:spPr>
          <a:xfrm>
            <a:off x="1400175" y="1438275"/>
            <a:ext cx="176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Recomendado PI</a:t>
            </a:r>
          </a:p>
        </p:txBody>
      </p:sp>
    </p:spTree>
    <p:extLst>
      <p:ext uri="{BB962C8B-B14F-4D97-AF65-F5344CB8AC3E}">
        <p14:creationId xmlns:p14="http://schemas.microsoft.com/office/powerpoint/2010/main" val="420466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24558A-2922-4498-A59A-18DE7A4C3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7372"/>
            <a:ext cx="12192000" cy="386325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47C8B61-944F-424F-BA31-8A03A4A43C9C}"/>
              </a:ext>
            </a:extLst>
          </p:cNvPr>
          <p:cNvSpPr txBox="1"/>
          <p:nvPr/>
        </p:nvSpPr>
        <p:spPr>
          <a:xfrm>
            <a:off x="1362075" y="676275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Solo P</a:t>
            </a:r>
          </a:p>
        </p:txBody>
      </p:sp>
    </p:spTree>
    <p:extLst>
      <p:ext uri="{BB962C8B-B14F-4D97-AF65-F5344CB8AC3E}">
        <p14:creationId xmlns:p14="http://schemas.microsoft.com/office/powerpoint/2010/main" val="3146953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20EAB3-2862-4009-A42A-396E772B0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7407"/>
            <a:ext cx="12192000" cy="382318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33FF035-C8A8-48DA-825C-516EAAE95FEF}"/>
              </a:ext>
            </a:extLst>
          </p:cNvPr>
          <p:cNvSpPr txBox="1"/>
          <p:nvPr/>
        </p:nvSpPr>
        <p:spPr>
          <a:xfrm>
            <a:off x="590550" y="666750"/>
            <a:ext cx="605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Solo P modificad, más agresivo</a:t>
            </a:r>
          </a:p>
        </p:txBody>
      </p:sp>
    </p:spTree>
    <p:extLst>
      <p:ext uri="{BB962C8B-B14F-4D97-AF65-F5344CB8AC3E}">
        <p14:creationId xmlns:p14="http://schemas.microsoft.com/office/powerpoint/2010/main" val="516999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8E196A8-666C-4A89-B3F4-83D1CFBECD1F}"/>
              </a:ext>
            </a:extLst>
          </p:cNvPr>
          <p:cNvSpPr txBox="1"/>
          <p:nvPr/>
        </p:nvSpPr>
        <p:spPr>
          <a:xfrm>
            <a:off x="5000625" y="714375"/>
            <a:ext cx="2189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PI método empírico 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9E082D-748B-4858-B37A-A2C692296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252" y="1563821"/>
            <a:ext cx="6142252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22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9F41C2-B64E-463D-B9AA-CFF1B405BA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793"/>
          <a:stretch/>
        </p:blipFill>
        <p:spPr>
          <a:xfrm>
            <a:off x="209283" y="118957"/>
            <a:ext cx="3296390" cy="37100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2C6F352-8EE9-4A5D-A5FC-D5F892FCB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103" y="1503254"/>
            <a:ext cx="6008747" cy="385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59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A432CB-1AE3-4372-A02C-698EE1040E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42"/>
          <a:stretch/>
        </p:blipFill>
        <p:spPr>
          <a:xfrm>
            <a:off x="3527618" y="776998"/>
            <a:ext cx="8740582" cy="557070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3D7B807-C517-4CCF-8038-A822771E5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" y="1443805"/>
            <a:ext cx="6172735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77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1309649-C4B3-401D-8127-46BFE0D05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1" y="1360379"/>
            <a:ext cx="5577140" cy="357483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381D1CC-D863-4808-86A1-5879835F56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342"/>
          <a:stretch/>
        </p:blipFill>
        <p:spPr>
          <a:xfrm>
            <a:off x="6320091" y="1380697"/>
            <a:ext cx="5577139" cy="355452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478BF73-7C17-4028-A783-D64DC2D41CA8}"/>
              </a:ext>
            </a:extLst>
          </p:cNvPr>
          <p:cNvSpPr txBox="1"/>
          <p:nvPr/>
        </p:nvSpPr>
        <p:spPr>
          <a:xfrm>
            <a:off x="2868091" y="487933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7FA9624-73E2-4A18-9E27-2F5AE588D40E}"/>
              </a:ext>
            </a:extLst>
          </p:cNvPr>
          <p:cNvSpPr txBox="1"/>
          <p:nvPr/>
        </p:nvSpPr>
        <p:spPr>
          <a:xfrm>
            <a:off x="8773591" y="4879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335561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398FEF-B0EE-4478-8986-E778FB7A9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5000"/>
            <a:ext cx="12192000" cy="380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8093FBD-6936-415A-A572-6ECE58BB1684}"/>
              </a:ext>
            </a:extLst>
          </p:cNvPr>
          <p:cNvSpPr txBox="1"/>
          <p:nvPr/>
        </p:nvSpPr>
        <p:spPr>
          <a:xfrm>
            <a:off x="1085850" y="619125"/>
            <a:ext cx="3280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Sintonización LOOP-PRO PI 40-50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D785D8-67ED-4599-8CE3-EAB890CB0E39}"/>
              </a:ext>
            </a:extLst>
          </p:cNvPr>
          <p:cNvSpPr/>
          <p:nvPr/>
        </p:nvSpPr>
        <p:spPr>
          <a:xfrm>
            <a:off x="155007" y="1763705"/>
            <a:ext cx="1343594" cy="2219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7C2CB1-B932-4125-9C48-AF369CB60D9B}"/>
              </a:ext>
            </a:extLst>
          </p:cNvPr>
          <p:cNvSpPr/>
          <p:nvPr/>
        </p:nvSpPr>
        <p:spPr>
          <a:xfrm>
            <a:off x="1562880" y="1763705"/>
            <a:ext cx="2104880" cy="2219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270EFE9-CAAF-4C38-AEFE-ADBF97E8AD2D}"/>
              </a:ext>
            </a:extLst>
          </p:cNvPr>
          <p:cNvSpPr/>
          <p:nvPr/>
        </p:nvSpPr>
        <p:spPr>
          <a:xfrm>
            <a:off x="3750907" y="1748790"/>
            <a:ext cx="2152053" cy="23685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B103A5-FC0F-43C3-85D1-E85B273755BC}"/>
              </a:ext>
            </a:extLst>
          </p:cNvPr>
          <p:cNvSpPr txBox="1"/>
          <p:nvPr/>
        </p:nvSpPr>
        <p:spPr>
          <a:xfrm>
            <a:off x="350082" y="1910394"/>
            <a:ext cx="464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s-ES" sz="14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endParaRPr lang="es-ES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E6345A4-8140-456F-A6EA-BAF8A30EB464}"/>
              </a:ext>
            </a:extLst>
          </p:cNvPr>
          <p:cNvSpPr txBox="1"/>
          <p:nvPr/>
        </p:nvSpPr>
        <p:spPr>
          <a:xfrm>
            <a:off x="4128771" y="1924480"/>
            <a:ext cx="342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endParaRPr lang="es-ES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C897AE-A7A5-4C1E-9BA3-A4CD198125E8}"/>
              </a:ext>
            </a:extLst>
          </p:cNvPr>
          <p:cNvSpPr txBox="1"/>
          <p:nvPr/>
        </p:nvSpPr>
        <p:spPr>
          <a:xfrm>
            <a:off x="1970112" y="1899510"/>
            <a:ext cx="281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/>
              <a:t>τ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391333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B90D13E-A1E8-4242-B50C-93F61FC1C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390" y="940854"/>
            <a:ext cx="5761219" cy="497629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6910CB3-0D7D-4E97-AD56-E5D896DA324A}"/>
              </a:ext>
            </a:extLst>
          </p:cNvPr>
          <p:cNvSpPr/>
          <p:nvPr/>
        </p:nvSpPr>
        <p:spPr>
          <a:xfrm>
            <a:off x="7181850" y="1047750"/>
            <a:ext cx="1066800" cy="44862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403305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BD20A8-F8EF-4042-8330-2D4783B4B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03" y="1714500"/>
            <a:ext cx="7401872" cy="473797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D6A4BE-268D-475D-945E-92DF40737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44" y="1476375"/>
            <a:ext cx="6948974" cy="443317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16655F9-8054-4429-A33A-37C2E7110EF4}"/>
              </a:ext>
            </a:extLst>
          </p:cNvPr>
          <p:cNvSpPr txBox="1"/>
          <p:nvPr/>
        </p:nvSpPr>
        <p:spPr>
          <a:xfrm>
            <a:off x="619125" y="933450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131-129,5</a:t>
            </a:r>
          </a:p>
        </p:txBody>
      </p:sp>
    </p:spTree>
    <p:extLst>
      <p:ext uri="{BB962C8B-B14F-4D97-AF65-F5344CB8AC3E}">
        <p14:creationId xmlns:p14="http://schemas.microsoft.com/office/powerpoint/2010/main" val="3165016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777F1C-2F0B-4273-9810-6F2E4E914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55" y="1488043"/>
            <a:ext cx="7586898" cy="48577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60562EC-B429-4298-A530-BEFE45B39C96}"/>
              </a:ext>
            </a:extLst>
          </p:cNvPr>
          <p:cNvSpPr txBox="1"/>
          <p:nvPr/>
        </p:nvSpPr>
        <p:spPr>
          <a:xfrm>
            <a:off x="3409950" y="638175"/>
            <a:ext cx="655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Kp=5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E93A56-7BA1-400B-90D5-7D9493397AA3}"/>
              </a:ext>
            </a:extLst>
          </p:cNvPr>
          <p:cNvSpPr txBox="1"/>
          <p:nvPr/>
        </p:nvSpPr>
        <p:spPr>
          <a:xfrm>
            <a:off x="990600" y="876300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129.5-131</a:t>
            </a:r>
          </a:p>
        </p:txBody>
      </p:sp>
    </p:spTree>
    <p:extLst>
      <p:ext uri="{BB962C8B-B14F-4D97-AF65-F5344CB8AC3E}">
        <p14:creationId xmlns:p14="http://schemas.microsoft.com/office/powerpoint/2010/main" val="1340124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0FDB53-19B0-40B4-9DDF-790A6323D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573" y="1062748"/>
            <a:ext cx="8817104" cy="557070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44C86FB-933A-4647-9AF2-9D231BF7B1AC}"/>
              </a:ext>
            </a:extLst>
          </p:cNvPr>
          <p:cNvSpPr txBox="1"/>
          <p:nvPr/>
        </p:nvSpPr>
        <p:spPr>
          <a:xfrm>
            <a:off x="1685925" y="314325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Ti=0,4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4141884-2FAC-4F5F-93C9-6EAAA6B54CF2}"/>
              </a:ext>
            </a:extLst>
          </p:cNvPr>
          <p:cNvSpPr txBox="1"/>
          <p:nvPr/>
        </p:nvSpPr>
        <p:spPr>
          <a:xfrm>
            <a:off x="4267200" y="314325"/>
            <a:ext cx="223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Kp=1,185 (LOOP-PRO)</a:t>
            </a:r>
          </a:p>
        </p:txBody>
      </p:sp>
    </p:spTree>
    <p:extLst>
      <p:ext uri="{BB962C8B-B14F-4D97-AF65-F5344CB8AC3E}">
        <p14:creationId xmlns:p14="http://schemas.microsoft.com/office/powerpoint/2010/main" val="1536252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91861A-FA39-49D2-AD8B-A31636790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609"/>
            <a:ext cx="12192000" cy="379278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703F69F-5A8B-4899-8A27-5E12400A4897}"/>
              </a:ext>
            </a:extLst>
          </p:cNvPr>
          <p:cNvSpPr/>
          <p:nvPr/>
        </p:nvSpPr>
        <p:spPr>
          <a:xfrm>
            <a:off x="149927" y="1753545"/>
            <a:ext cx="1343594" cy="2219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8B46F9-3FF6-46C7-833A-CC6003F49B0B}"/>
              </a:ext>
            </a:extLst>
          </p:cNvPr>
          <p:cNvSpPr/>
          <p:nvPr/>
        </p:nvSpPr>
        <p:spPr>
          <a:xfrm>
            <a:off x="1552720" y="1748465"/>
            <a:ext cx="2104880" cy="2219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36413D5-4FBF-4C21-83CF-0F75365451B3}"/>
              </a:ext>
            </a:extLst>
          </p:cNvPr>
          <p:cNvSpPr/>
          <p:nvPr/>
        </p:nvSpPr>
        <p:spPr>
          <a:xfrm>
            <a:off x="3720427" y="1738630"/>
            <a:ext cx="2152053" cy="23685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3455FC-17A4-42D0-BAAC-20544B98667F}"/>
              </a:ext>
            </a:extLst>
          </p:cNvPr>
          <p:cNvSpPr txBox="1"/>
          <p:nvPr/>
        </p:nvSpPr>
        <p:spPr>
          <a:xfrm>
            <a:off x="350082" y="1910394"/>
            <a:ext cx="464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s-ES" sz="14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endParaRPr lang="es-ES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78BBF5C-4AE7-4F12-8E87-80B21F213977}"/>
              </a:ext>
            </a:extLst>
          </p:cNvPr>
          <p:cNvSpPr txBox="1"/>
          <p:nvPr/>
        </p:nvSpPr>
        <p:spPr>
          <a:xfrm>
            <a:off x="4128771" y="1924480"/>
            <a:ext cx="342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endParaRPr lang="es-ES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822F978-ABF1-448D-B771-8D72CF74AC4B}"/>
              </a:ext>
            </a:extLst>
          </p:cNvPr>
          <p:cNvSpPr txBox="1"/>
          <p:nvPr/>
        </p:nvSpPr>
        <p:spPr>
          <a:xfrm>
            <a:off x="1970112" y="1899510"/>
            <a:ext cx="281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/>
              <a:t>τ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0519999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oleta rojo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</TotalTime>
  <Words>261</Words>
  <Application>Microsoft Office PowerPoint</Application>
  <PresentationFormat>Panorámica</PresentationFormat>
  <Paragraphs>64</Paragraphs>
  <Slides>31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</dc:creator>
  <cp:lastModifiedBy>Arlet Acosta González</cp:lastModifiedBy>
  <cp:revision>44</cp:revision>
  <dcterms:created xsi:type="dcterms:W3CDTF">2023-11-21T09:40:06Z</dcterms:created>
  <dcterms:modified xsi:type="dcterms:W3CDTF">2023-12-05T13:47:07Z</dcterms:modified>
</cp:coreProperties>
</file>