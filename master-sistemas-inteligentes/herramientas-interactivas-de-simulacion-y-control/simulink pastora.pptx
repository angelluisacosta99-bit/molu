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0567D-8306-47AF-8075-F0F454720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A95DD6-1E00-4267-A08B-9D55D64E4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B3955-1C95-4A21-AE15-DAD7AA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D581C-C18E-46BE-8292-C5CF3CC4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84F7E6-5B6C-4185-9072-F30573A4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30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6DA50-5DBA-48EC-8535-F9CC7876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52F602-B5A2-4580-910B-13D171D6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8F00B-BCFE-4D4B-8A0B-51363F01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94D7B7-D3C1-4EBD-B148-2992483D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89E068-2D6E-45EB-8002-2B9D870C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827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C9AE6-2128-48E5-AE2E-4EDBFEC9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48A36C-665B-47DC-92D2-049CF0F2F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BD30BD-3941-4359-8B69-7AC95A8A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43F887-7479-4263-B1DB-498D2DDC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350FA-F66D-4B2E-BA11-610EB78D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6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1782A-50A8-4C7D-8DFE-3DA87384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3C8699-3B7E-4BDF-87EC-44511A0F2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44952A-92F6-487C-8C14-455EF17FE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331AFC-FCA1-4380-8B19-209605D9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032-7225-41C4-ABA7-E8100E8A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E7F52F-CF28-4894-8F11-F6409FF0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57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D6C64-62C4-4697-B79C-7EA4E8D8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45AE98-E0C5-4761-84D0-EA9D523C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A0DA5A-7D82-44FC-8F57-FFD52BCB3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163192-E021-40AF-BD40-0450E2B7F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2388B0-BAF3-467D-AAE3-1F18FF50C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E7D827-3AD9-45A5-965A-E8155EE2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225C7F-E87D-46B2-A4FB-0B036935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F70E16-F5A2-4241-AC70-3085AAF7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13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E03FC-F5FC-4583-A3D6-519C6177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22576C-229F-4C3B-90AC-8D8A0A7B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7C7E5E-B78A-4BC4-AD43-CA8012A1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DE82EA-6FED-486A-980E-C35776AC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194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3AEEC2-D838-4AA2-B60E-00B1D5F3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BAAE37-3B30-4E45-A0FB-1C03788E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D84235-3417-45E1-A72D-83871858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63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75578-7D9E-42D1-9B51-590E72E2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3F3469-F20F-4647-85CA-4BC297680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22EEA3-5775-4521-B69E-F4CEC8DD5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51C149-6F50-46D3-91F7-15E7E3C2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2CB443-9E88-45D0-BC31-C4DE68E2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131ECB-08EC-4EAC-9470-294B54D5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138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2960-2507-4D82-BCD0-567F870E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25F56B-B5E3-4B71-9168-C6ED02387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E8C00F-9715-49EA-AACA-944976245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E00219-9E1A-4F19-9015-DE3296B0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AA6641-2479-4238-BECA-1D33A1B5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E7934D-F878-4CA3-945F-E9E86D50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49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D6615-C4D7-4E81-8EEC-2482B3CF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A74464-50D1-40C6-8F37-A305781CA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0D6728-F33F-4FC3-973B-B08BE2C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0A0BA-B144-4FDB-A4A8-40469CBF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F654D-AFBD-4435-A11F-774F5FBA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02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31B009-24A6-4687-B6B4-BCA3B3148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F0CA09-05BC-484F-9E24-DF917F928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08C0BF-18E5-4D47-8332-76AF0C56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2208D8-5CD6-4A35-9D8B-E403F902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E09770-37D9-4A36-B949-E80AB9A7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217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21091E-FCC5-4DF2-BF37-F5B487DE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B76378-7057-4FDF-9080-23F8CCBE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B3DBCE-C99D-464B-AE43-A1106295C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A1648-A4D3-4421-ACB0-7D02705A6948}" type="datetimeFigureOut">
              <a:rPr lang="es-ES" smtClean="0"/>
              <a:t>11/04/2024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2C3B0-321E-46CD-8148-B9E411700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705BDC-6452-4BCE-9E87-3EE332D73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0ABF-B268-4D4D-8547-ABA6CEF96F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5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A18016F-0332-4BC4-BB0C-C67C45A4AF6F}"/>
              </a:ext>
            </a:extLst>
          </p:cNvPr>
          <p:cNvGrpSpPr/>
          <p:nvPr/>
        </p:nvGrpSpPr>
        <p:grpSpPr>
          <a:xfrm>
            <a:off x="1632857" y="1485226"/>
            <a:ext cx="8175339" cy="4406002"/>
            <a:chOff x="1632857" y="1485226"/>
            <a:chExt cx="8175339" cy="440600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16AC3CE-90F7-40E9-98DB-393C8BD29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2857" y="1485226"/>
              <a:ext cx="8175339" cy="4406002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23999841-DE32-4288-A0B1-B8A275EB5CC1}"/>
                </a:ext>
              </a:extLst>
            </p:cNvPr>
            <p:cNvSpPr txBox="1"/>
            <p:nvPr/>
          </p:nvSpPr>
          <p:spPr>
            <a:xfrm>
              <a:off x="2232961" y="29578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1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2A8C281F-A759-4A52-8BE8-577F7133191A}"/>
                </a:ext>
              </a:extLst>
            </p:cNvPr>
            <p:cNvSpPr txBox="1"/>
            <p:nvPr/>
          </p:nvSpPr>
          <p:spPr>
            <a:xfrm>
              <a:off x="5794314" y="4089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2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C1EE35F-376A-469C-873B-5ABB34E44525}"/>
                </a:ext>
              </a:extLst>
            </p:cNvPr>
            <p:cNvSpPr txBox="1"/>
            <p:nvPr/>
          </p:nvSpPr>
          <p:spPr>
            <a:xfrm>
              <a:off x="4690022" y="4089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3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A21959A6-09B4-4989-A236-CDA119AC5645}"/>
                </a:ext>
              </a:extLst>
            </p:cNvPr>
            <p:cNvSpPr txBox="1"/>
            <p:nvPr/>
          </p:nvSpPr>
          <p:spPr>
            <a:xfrm>
              <a:off x="4991708" y="29578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4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5EF7482-8610-44C7-B771-AB0829CCD0FC}"/>
                </a:ext>
              </a:extLst>
            </p:cNvPr>
            <p:cNvSpPr txBox="1"/>
            <p:nvPr/>
          </p:nvSpPr>
          <p:spPr>
            <a:xfrm>
              <a:off x="6307328" y="29589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101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E15525-BB8A-45D7-ABCE-BE334CA3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7" t="14619" r="4145" b="10131"/>
          <a:stretch/>
        </p:blipFill>
        <p:spPr>
          <a:xfrm>
            <a:off x="690465" y="718457"/>
            <a:ext cx="7865707" cy="31817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615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35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24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65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705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Arlet Acosta González</dc:creator>
  <cp:lastModifiedBy>Arlet Acosta González</cp:lastModifiedBy>
  <cp:revision>2</cp:revision>
  <dcterms:created xsi:type="dcterms:W3CDTF">2024-04-11T11:01:07Z</dcterms:created>
  <dcterms:modified xsi:type="dcterms:W3CDTF">2024-04-11T14:32:12Z</dcterms:modified>
</cp:coreProperties>
</file>