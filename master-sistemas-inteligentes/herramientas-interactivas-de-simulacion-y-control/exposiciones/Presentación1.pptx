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57" r:id="rId2"/>
    <p:sldId id="256" r:id="rId3"/>
    <p:sldId id="277" r:id="rId4"/>
    <p:sldId id="258" r:id="rId5"/>
    <p:sldId id="259" r:id="rId6"/>
    <p:sldId id="260" r:id="rId7"/>
    <p:sldId id="261" r:id="rId8"/>
    <p:sldId id="262" r:id="rId9"/>
    <p:sldId id="263" r:id="rId10"/>
    <p:sldId id="264" r:id="rId11"/>
    <p:sldId id="265" r:id="rId12"/>
    <p:sldId id="271" r:id="rId13"/>
    <p:sldId id="272" r:id="rId14"/>
    <p:sldId id="274" r:id="rId15"/>
    <p:sldId id="275" r:id="rId16"/>
    <p:sldId id="266"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96" autoAdjust="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6CEA86-B564-4629-AB65-BB2F997E02FB}"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s-ES"/>
        </a:p>
      </dgm:t>
    </dgm:pt>
    <dgm:pt modelId="{E6532F16-F1F7-4640-82FC-444C02F8E9D7}">
      <dgm:prSet phldrT="[Texto]" custT="1"/>
      <dgm:spPr/>
      <dgm:t>
        <a:bodyPr/>
        <a:lstStyle/>
        <a:p>
          <a:r>
            <a:rPr lang="es-ES" sz="2800" dirty="0"/>
            <a:t>Modelo</a:t>
          </a:r>
        </a:p>
      </dgm:t>
    </dgm:pt>
    <dgm:pt modelId="{EB8A95CF-BC1A-4C31-A10F-40C925574EA5}" type="parTrans" cxnId="{37D1CC70-FA78-4C85-A62F-C7D3E5042364}">
      <dgm:prSet/>
      <dgm:spPr/>
      <dgm:t>
        <a:bodyPr/>
        <a:lstStyle/>
        <a:p>
          <a:endParaRPr lang="es-ES" sz="1600"/>
        </a:p>
      </dgm:t>
    </dgm:pt>
    <dgm:pt modelId="{A055F0F3-2E6D-483B-8225-C97FD0F15B3E}" type="sibTrans" cxnId="{37D1CC70-FA78-4C85-A62F-C7D3E5042364}">
      <dgm:prSet/>
      <dgm:spPr/>
      <dgm:t>
        <a:bodyPr/>
        <a:lstStyle/>
        <a:p>
          <a:endParaRPr lang="es-ES" sz="1600"/>
        </a:p>
      </dgm:t>
    </dgm:pt>
    <dgm:pt modelId="{BB668161-AE38-4F36-944A-8ABC45CD113A}">
      <dgm:prSet phldrT="[Texto]" custT="1"/>
      <dgm:spPr/>
      <dgm:t>
        <a:bodyPr/>
        <a:lstStyle/>
        <a:p>
          <a:r>
            <a:rPr lang="es-ES" sz="1600" dirty="0"/>
            <a:t>Adición del coeficiente de fricción (b)</a:t>
          </a:r>
        </a:p>
      </dgm:t>
    </dgm:pt>
    <dgm:pt modelId="{92DB063B-5F5B-4CA3-83CB-6F2FD7A1D5D1}" type="parTrans" cxnId="{BA3129CE-0F97-4DB2-960D-90F0FA7E3109}">
      <dgm:prSet/>
      <dgm:spPr/>
      <dgm:t>
        <a:bodyPr/>
        <a:lstStyle/>
        <a:p>
          <a:endParaRPr lang="es-ES" sz="1600"/>
        </a:p>
      </dgm:t>
    </dgm:pt>
    <dgm:pt modelId="{FD38033E-1B7D-43F0-9958-325ADA79FD9D}" type="sibTrans" cxnId="{BA3129CE-0F97-4DB2-960D-90F0FA7E3109}">
      <dgm:prSet/>
      <dgm:spPr/>
      <dgm:t>
        <a:bodyPr/>
        <a:lstStyle/>
        <a:p>
          <a:endParaRPr lang="es-ES" sz="1600"/>
        </a:p>
      </dgm:t>
    </dgm:pt>
    <dgm:pt modelId="{D415A153-44A0-4875-9DE1-633F5A966B78}">
      <dgm:prSet phldrT="[Texto]" custT="1"/>
      <dgm:spPr/>
      <dgm:t>
        <a:bodyPr/>
        <a:lstStyle/>
        <a:p>
          <a:r>
            <a:rPr lang="es-ES" sz="1600" dirty="0"/>
            <a:t>Adición de las relaciones Ec, U y total (Et = Ec + U) </a:t>
          </a:r>
        </a:p>
      </dgm:t>
    </dgm:pt>
    <dgm:pt modelId="{E038F0F1-BDC0-42BD-8590-73755E01421F}" type="parTrans" cxnId="{553304A2-8D0B-4650-80A8-C04E896B33F0}">
      <dgm:prSet/>
      <dgm:spPr/>
      <dgm:t>
        <a:bodyPr/>
        <a:lstStyle/>
        <a:p>
          <a:endParaRPr lang="es-ES" sz="1600"/>
        </a:p>
      </dgm:t>
    </dgm:pt>
    <dgm:pt modelId="{06674B73-D385-4282-8AB6-88F69CA54C01}" type="sibTrans" cxnId="{553304A2-8D0B-4650-80A8-C04E896B33F0}">
      <dgm:prSet/>
      <dgm:spPr/>
      <dgm:t>
        <a:bodyPr/>
        <a:lstStyle/>
        <a:p>
          <a:endParaRPr lang="es-ES" sz="1600"/>
        </a:p>
      </dgm:t>
    </dgm:pt>
    <dgm:pt modelId="{C469A353-3306-4BDC-ABCC-6B29FD9F0015}">
      <dgm:prSet phldrT="[Texto]" custT="1"/>
      <dgm:spPr/>
      <dgm:t>
        <a:bodyPr/>
        <a:lstStyle/>
        <a:p>
          <a:r>
            <a:rPr lang="es-ES" sz="2800" dirty="0"/>
            <a:t>Vista</a:t>
          </a:r>
        </a:p>
      </dgm:t>
    </dgm:pt>
    <dgm:pt modelId="{2D3EDDC8-572F-4C40-9E35-A664EDA6B959}" type="parTrans" cxnId="{3D0F9F75-C2AB-4BE0-9DDA-49CED75E32A9}">
      <dgm:prSet/>
      <dgm:spPr/>
      <dgm:t>
        <a:bodyPr/>
        <a:lstStyle/>
        <a:p>
          <a:endParaRPr lang="es-ES" sz="1600"/>
        </a:p>
      </dgm:t>
    </dgm:pt>
    <dgm:pt modelId="{99BBF5C5-E8BB-4772-9048-E5EEC9F0D197}" type="sibTrans" cxnId="{3D0F9F75-C2AB-4BE0-9DDA-49CED75E32A9}">
      <dgm:prSet/>
      <dgm:spPr/>
      <dgm:t>
        <a:bodyPr/>
        <a:lstStyle/>
        <a:p>
          <a:endParaRPr lang="es-ES" sz="1600"/>
        </a:p>
      </dgm:t>
    </dgm:pt>
    <dgm:pt modelId="{ABEC62DC-6A1F-452D-AEC8-4B99614B7E05}">
      <dgm:prSet phldrT="[Texto]" custT="1"/>
      <dgm:spPr/>
      <dgm:t>
        <a:bodyPr/>
        <a:lstStyle/>
        <a:p>
          <a:pPr>
            <a:buFont typeface="+mj-lt"/>
            <a:buAutoNum type="arabicPeriod"/>
          </a:pPr>
          <a:r>
            <a:rPr lang="es-ES" sz="1600" dirty="0"/>
            <a:t>Cambio del color de fondo</a:t>
          </a:r>
        </a:p>
      </dgm:t>
    </dgm:pt>
    <dgm:pt modelId="{A1F06078-0471-4BA3-9F80-C2729EF253CC}" type="parTrans" cxnId="{DAE23010-E8B4-43D2-AFC6-C92AC24DE5D0}">
      <dgm:prSet/>
      <dgm:spPr/>
      <dgm:t>
        <a:bodyPr/>
        <a:lstStyle/>
        <a:p>
          <a:endParaRPr lang="es-ES" sz="1600"/>
        </a:p>
      </dgm:t>
    </dgm:pt>
    <dgm:pt modelId="{AD7CB59B-C06F-4A95-95E3-6366A9F87114}" type="sibTrans" cxnId="{DAE23010-E8B4-43D2-AFC6-C92AC24DE5D0}">
      <dgm:prSet/>
      <dgm:spPr/>
      <dgm:t>
        <a:bodyPr/>
        <a:lstStyle/>
        <a:p>
          <a:endParaRPr lang="es-ES" sz="1600"/>
        </a:p>
      </dgm:t>
    </dgm:pt>
    <dgm:pt modelId="{B1A02F4B-EE6C-4B47-A39B-98AD38CC3089}">
      <dgm:prSet phldrT="[Texto]" custT="1"/>
      <dgm:spPr/>
      <dgm:t>
        <a:bodyPr/>
        <a:lstStyle/>
        <a:p>
          <a:pPr>
            <a:buFont typeface="+mj-lt"/>
            <a:buAutoNum type="arabicPeriod"/>
          </a:pPr>
          <a:r>
            <a:rPr lang="es-ES" sz="1600" dirty="0"/>
            <a:t>Cambios y/o traducciones en los títulos</a:t>
          </a:r>
        </a:p>
      </dgm:t>
    </dgm:pt>
    <dgm:pt modelId="{094D2EC1-B6BE-4376-BB69-1C637174E1D1}" type="parTrans" cxnId="{A032CFD0-4B04-4E68-918A-8BE7A7A19A61}">
      <dgm:prSet/>
      <dgm:spPr/>
      <dgm:t>
        <a:bodyPr/>
        <a:lstStyle/>
        <a:p>
          <a:endParaRPr lang="es-ES" sz="1600"/>
        </a:p>
      </dgm:t>
    </dgm:pt>
    <dgm:pt modelId="{369489D4-15AF-4219-8DDA-581DFB63F8D8}" type="sibTrans" cxnId="{A032CFD0-4B04-4E68-918A-8BE7A7A19A61}">
      <dgm:prSet/>
      <dgm:spPr/>
      <dgm:t>
        <a:bodyPr/>
        <a:lstStyle/>
        <a:p>
          <a:endParaRPr lang="es-ES" sz="1600"/>
        </a:p>
      </dgm:t>
    </dgm:pt>
    <dgm:pt modelId="{4A52027B-15ED-47B5-9127-85C25BEC233D}">
      <dgm:prSet custT="1"/>
      <dgm:spPr/>
      <dgm:t>
        <a:bodyPr/>
        <a:lstStyle/>
        <a:p>
          <a:r>
            <a:rPr lang="es-ES" sz="1600" dirty="0"/>
            <a:t>Inclusión de la variable velocidad </a:t>
          </a:r>
        </a:p>
      </dgm:t>
    </dgm:pt>
    <dgm:pt modelId="{16ABEDCE-B98A-478B-9C71-ED1C324EA975}" type="parTrans" cxnId="{2002F493-3641-47AB-9A59-A2BFD5520EA0}">
      <dgm:prSet/>
      <dgm:spPr/>
      <dgm:t>
        <a:bodyPr/>
        <a:lstStyle/>
        <a:p>
          <a:endParaRPr lang="es-ES" sz="1600"/>
        </a:p>
      </dgm:t>
    </dgm:pt>
    <dgm:pt modelId="{E3371FD5-3457-4B52-81D3-CCE65BFF99B3}" type="sibTrans" cxnId="{2002F493-3641-47AB-9A59-A2BFD5520EA0}">
      <dgm:prSet/>
      <dgm:spPr/>
      <dgm:t>
        <a:bodyPr/>
        <a:lstStyle/>
        <a:p>
          <a:endParaRPr lang="es-ES" sz="1600"/>
        </a:p>
      </dgm:t>
    </dgm:pt>
    <dgm:pt modelId="{F864CB0A-F8B2-4FFB-A1B4-CFF25A04A968}">
      <dgm:prSet custT="1"/>
      <dgm:spPr/>
      <dgm:t>
        <a:bodyPr/>
        <a:lstStyle/>
        <a:p>
          <a:r>
            <a:rPr lang="es-ES" sz="1600"/>
            <a:t>Cambio en el valor máximo de longitud del péndulo</a:t>
          </a:r>
        </a:p>
      </dgm:t>
    </dgm:pt>
    <dgm:pt modelId="{28818ECC-B70E-4F01-B28E-88BFD1B6FDE1}" type="parTrans" cxnId="{BEF241C5-BBA2-4125-9A0A-344DC40380AB}">
      <dgm:prSet/>
      <dgm:spPr/>
      <dgm:t>
        <a:bodyPr/>
        <a:lstStyle/>
        <a:p>
          <a:endParaRPr lang="es-ES" sz="1600"/>
        </a:p>
      </dgm:t>
    </dgm:pt>
    <dgm:pt modelId="{9FFCEA1D-2200-4F85-A4F8-3EA005DBCD86}" type="sibTrans" cxnId="{BEF241C5-BBA2-4125-9A0A-344DC40380AB}">
      <dgm:prSet/>
      <dgm:spPr/>
      <dgm:t>
        <a:bodyPr/>
        <a:lstStyle/>
        <a:p>
          <a:endParaRPr lang="es-ES" sz="1600"/>
        </a:p>
      </dgm:t>
    </dgm:pt>
    <dgm:pt modelId="{256B874A-F024-4A93-BB24-F1759C6DB520}">
      <dgm:prSet custT="1"/>
      <dgm:spPr/>
      <dgm:t>
        <a:bodyPr/>
        <a:lstStyle/>
        <a:p>
          <a:r>
            <a:rPr lang="es-ES" sz="1600" dirty="0"/>
            <a:t>Posibilidad de cambiar los valores de b y m mediante una barra deslizadora</a:t>
          </a:r>
        </a:p>
      </dgm:t>
    </dgm:pt>
    <dgm:pt modelId="{B1374658-5784-4C48-B5B7-D6C9599AAA9A}" type="parTrans" cxnId="{3C989D5E-6FC2-4CD7-BCA0-37E445A16C57}">
      <dgm:prSet/>
      <dgm:spPr/>
      <dgm:t>
        <a:bodyPr/>
        <a:lstStyle/>
        <a:p>
          <a:endParaRPr lang="es-ES" sz="1600"/>
        </a:p>
      </dgm:t>
    </dgm:pt>
    <dgm:pt modelId="{0A51219D-3D00-4B03-B17E-1945CE0CE353}" type="sibTrans" cxnId="{3C989D5E-6FC2-4CD7-BCA0-37E445A16C57}">
      <dgm:prSet/>
      <dgm:spPr/>
      <dgm:t>
        <a:bodyPr/>
        <a:lstStyle/>
        <a:p>
          <a:endParaRPr lang="es-ES" sz="1600"/>
        </a:p>
      </dgm:t>
    </dgm:pt>
    <dgm:pt modelId="{4FEE8960-D6E9-4C5D-A8A1-CCC79C0AE7F9}">
      <dgm:prSet custT="1"/>
      <dgm:spPr/>
      <dgm:t>
        <a:bodyPr/>
        <a:lstStyle/>
        <a:p>
          <a:r>
            <a:rPr lang="es-ES" sz="1600" dirty="0"/>
            <a:t>Adición de la gráfica de Ec, U y Et vs tiempo </a:t>
          </a:r>
        </a:p>
      </dgm:t>
    </dgm:pt>
    <dgm:pt modelId="{876DD493-C717-46B0-A75E-7674821BD218}" type="parTrans" cxnId="{15A561F1-4C97-4286-9C04-433A468F66E3}">
      <dgm:prSet/>
      <dgm:spPr/>
      <dgm:t>
        <a:bodyPr/>
        <a:lstStyle/>
        <a:p>
          <a:endParaRPr lang="es-ES" sz="1600"/>
        </a:p>
      </dgm:t>
    </dgm:pt>
    <dgm:pt modelId="{CA279834-232A-4F3A-A55F-CE172CAC53DB}" type="sibTrans" cxnId="{15A561F1-4C97-4286-9C04-433A468F66E3}">
      <dgm:prSet/>
      <dgm:spPr/>
      <dgm:t>
        <a:bodyPr/>
        <a:lstStyle/>
        <a:p>
          <a:endParaRPr lang="es-ES" sz="1600"/>
        </a:p>
      </dgm:t>
    </dgm:pt>
    <dgm:pt modelId="{6C11DA51-8462-427B-94D4-10EF9E793FB5}">
      <dgm:prSet custT="1"/>
      <dgm:spPr/>
      <dgm:t>
        <a:bodyPr/>
        <a:lstStyle/>
        <a:p>
          <a:r>
            <a:rPr lang="es-ES" sz="1600" dirty="0"/>
            <a:t>Adición de gráfica de velocidad y posición vs tiempo</a:t>
          </a:r>
        </a:p>
      </dgm:t>
    </dgm:pt>
    <dgm:pt modelId="{E40C0F24-CC99-4A98-B759-B56510F8F9A6}" type="parTrans" cxnId="{36CBCE0D-6CCD-4DA1-A16F-058977F8B47A}">
      <dgm:prSet/>
      <dgm:spPr/>
      <dgm:t>
        <a:bodyPr/>
        <a:lstStyle/>
        <a:p>
          <a:endParaRPr lang="es-ES" sz="1600"/>
        </a:p>
      </dgm:t>
    </dgm:pt>
    <dgm:pt modelId="{4CFE09B1-FA5F-4B80-8882-B5E86AEE7DDD}" type="sibTrans" cxnId="{36CBCE0D-6CCD-4DA1-A16F-058977F8B47A}">
      <dgm:prSet/>
      <dgm:spPr/>
      <dgm:t>
        <a:bodyPr/>
        <a:lstStyle/>
        <a:p>
          <a:endParaRPr lang="es-ES" sz="1600"/>
        </a:p>
      </dgm:t>
    </dgm:pt>
    <dgm:pt modelId="{1E236026-C2AD-4B12-AC6B-37576CDF69A3}" type="pres">
      <dgm:prSet presAssocID="{946CEA86-B564-4629-AB65-BB2F997E02FB}" presName="diagram" presStyleCnt="0">
        <dgm:presLayoutVars>
          <dgm:chPref val="1"/>
          <dgm:dir/>
          <dgm:animOne val="branch"/>
          <dgm:animLvl val="lvl"/>
          <dgm:resizeHandles/>
        </dgm:presLayoutVars>
      </dgm:prSet>
      <dgm:spPr/>
    </dgm:pt>
    <dgm:pt modelId="{DBDD48D4-F735-48B6-92B7-E8B39D877D8D}" type="pres">
      <dgm:prSet presAssocID="{E6532F16-F1F7-4640-82FC-444C02F8E9D7}" presName="root" presStyleCnt="0"/>
      <dgm:spPr/>
    </dgm:pt>
    <dgm:pt modelId="{BEF7D919-559F-4E97-92A9-C5A627BC7284}" type="pres">
      <dgm:prSet presAssocID="{E6532F16-F1F7-4640-82FC-444C02F8E9D7}" presName="rootComposite" presStyleCnt="0"/>
      <dgm:spPr/>
    </dgm:pt>
    <dgm:pt modelId="{493E9804-8DE3-4EEA-8505-8E36DF33C6A6}" type="pres">
      <dgm:prSet presAssocID="{E6532F16-F1F7-4640-82FC-444C02F8E9D7}" presName="rootText" presStyleLbl="node1" presStyleIdx="0" presStyleCnt="2" custScaleX="725622" custScaleY="206749"/>
      <dgm:spPr/>
    </dgm:pt>
    <dgm:pt modelId="{9C2B2F59-9466-4C29-8006-C4EFFF83BD3E}" type="pres">
      <dgm:prSet presAssocID="{E6532F16-F1F7-4640-82FC-444C02F8E9D7}" presName="rootConnector" presStyleLbl="node1" presStyleIdx="0" presStyleCnt="2"/>
      <dgm:spPr/>
    </dgm:pt>
    <dgm:pt modelId="{3091639C-1B19-4396-8317-49521C94B0CA}" type="pres">
      <dgm:prSet presAssocID="{E6532F16-F1F7-4640-82FC-444C02F8E9D7}" presName="childShape" presStyleCnt="0"/>
      <dgm:spPr/>
    </dgm:pt>
    <dgm:pt modelId="{5D5E99E6-9833-40FB-8A68-41ACC9F94DB6}" type="pres">
      <dgm:prSet presAssocID="{92DB063B-5F5B-4CA3-83CB-6F2FD7A1D5D1}" presName="Name13" presStyleLbl="parChTrans1D2" presStyleIdx="0" presStyleCnt="9"/>
      <dgm:spPr/>
    </dgm:pt>
    <dgm:pt modelId="{EAFC88E1-9D0F-4195-AC5D-CCE74F4778F8}" type="pres">
      <dgm:prSet presAssocID="{BB668161-AE38-4F36-944A-8ABC45CD113A}" presName="childText" presStyleLbl="bgAcc1" presStyleIdx="0" presStyleCnt="9" custScaleX="725622" custScaleY="206749">
        <dgm:presLayoutVars>
          <dgm:bulletEnabled val="1"/>
        </dgm:presLayoutVars>
      </dgm:prSet>
      <dgm:spPr/>
    </dgm:pt>
    <dgm:pt modelId="{E7C97F25-335A-425C-A504-9D47429891FC}" type="pres">
      <dgm:prSet presAssocID="{E038F0F1-BDC0-42BD-8590-73755E01421F}" presName="Name13" presStyleLbl="parChTrans1D2" presStyleIdx="1" presStyleCnt="9"/>
      <dgm:spPr/>
    </dgm:pt>
    <dgm:pt modelId="{B3247B85-D5CD-4CBC-BD07-75B990BFC8A3}" type="pres">
      <dgm:prSet presAssocID="{D415A153-44A0-4875-9DE1-633F5A966B78}" presName="childText" presStyleLbl="bgAcc1" presStyleIdx="1" presStyleCnt="9" custScaleX="725622" custScaleY="206749">
        <dgm:presLayoutVars>
          <dgm:bulletEnabled val="1"/>
        </dgm:presLayoutVars>
      </dgm:prSet>
      <dgm:spPr/>
    </dgm:pt>
    <dgm:pt modelId="{EDF8AA2E-3950-48F8-8D25-2618CE5A04FD}" type="pres">
      <dgm:prSet presAssocID="{16ABEDCE-B98A-478B-9C71-ED1C324EA975}" presName="Name13" presStyleLbl="parChTrans1D2" presStyleIdx="2" presStyleCnt="9"/>
      <dgm:spPr/>
    </dgm:pt>
    <dgm:pt modelId="{948A3F69-D430-4C6D-AC51-17E768516893}" type="pres">
      <dgm:prSet presAssocID="{4A52027B-15ED-47B5-9127-85C25BEC233D}" presName="childText" presStyleLbl="bgAcc1" presStyleIdx="2" presStyleCnt="9" custScaleX="725622" custScaleY="206749">
        <dgm:presLayoutVars>
          <dgm:bulletEnabled val="1"/>
        </dgm:presLayoutVars>
      </dgm:prSet>
      <dgm:spPr/>
    </dgm:pt>
    <dgm:pt modelId="{1703BCCB-39EF-494F-AA3A-8E69002A97D2}" type="pres">
      <dgm:prSet presAssocID="{28818ECC-B70E-4F01-B28E-88BFD1B6FDE1}" presName="Name13" presStyleLbl="parChTrans1D2" presStyleIdx="3" presStyleCnt="9"/>
      <dgm:spPr/>
    </dgm:pt>
    <dgm:pt modelId="{BF3D8BE9-4892-4C03-8220-E64C7D209F6C}" type="pres">
      <dgm:prSet presAssocID="{F864CB0A-F8B2-4FFB-A1B4-CFF25A04A968}" presName="childText" presStyleLbl="bgAcc1" presStyleIdx="3" presStyleCnt="9" custScaleX="725622" custScaleY="206749">
        <dgm:presLayoutVars>
          <dgm:bulletEnabled val="1"/>
        </dgm:presLayoutVars>
      </dgm:prSet>
      <dgm:spPr/>
    </dgm:pt>
    <dgm:pt modelId="{DB931EBA-5CEC-40BD-A11D-937F8D370BAC}" type="pres">
      <dgm:prSet presAssocID="{C469A353-3306-4BDC-ABCC-6B29FD9F0015}" presName="root" presStyleCnt="0"/>
      <dgm:spPr/>
    </dgm:pt>
    <dgm:pt modelId="{8B6AD366-7C47-405C-82E9-B40CC54FAB3C}" type="pres">
      <dgm:prSet presAssocID="{C469A353-3306-4BDC-ABCC-6B29FD9F0015}" presName="rootComposite" presStyleCnt="0"/>
      <dgm:spPr/>
    </dgm:pt>
    <dgm:pt modelId="{69B74E94-2181-4E1D-87E0-B5CE28C2F75A}" type="pres">
      <dgm:prSet presAssocID="{C469A353-3306-4BDC-ABCC-6B29FD9F0015}" presName="rootText" presStyleLbl="node1" presStyleIdx="1" presStyleCnt="2" custScaleX="725622" custScaleY="206749"/>
      <dgm:spPr/>
    </dgm:pt>
    <dgm:pt modelId="{AF121DA0-74F6-44ED-92A4-92687443DD23}" type="pres">
      <dgm:prSet presAssocID="{C469A353-3306-4BDC-ABCC-6B29FD9F0015}" presName="rootConnector" presStyleLbl="node1" presStyleIdx="1" presStyleCnt="2"/>
      <dgm:spPr/>
    </dgm:pt>
    <dgm:pt modelId="{B9C56B64-0397-4CD4-93E8-91D998830B92}" type="pres">
      <dgm:prSet presAssocID="{C469A353-3306-4BDC-ABCC-6B29FD9F0015}" presName="childShape" presStyleCnt="0"/>
      <dgm:spPr/>
    </dgm:pt>
    <dgm:pt modelId="{8C6D2BC8-369F-436D-805C-1D148EFA847A}" type="pres">
      <dgm:prSet presAssocID="{A1F06078-0471-4BA3-9F80-C2729EF253CC}" presName="Name13" presStyleLbl="parChTrans1D2" presStyleIdx="4" presStyleCnt="9"/>
      <dgm:spPr/>
    </dgm:pt>
    <dgm:pt modelId="{5A811D0D-1D52-41D5-BCEA-2253DF1FD9AC}" type="pres">
      <dgm:prSet presAssocID="{ABEC62DC-6A1F-452D-AEC8-4B99614B7E05}" presName="childText" presStyleLbl="bgAcc1" presStyleIdx="4" presStyleCnt="9" custScaleX="725622" custScaleY="206749">
        <dgm:presLayoutVars>
          <dgm:bulletEnabled val="1"/>
        </dgm:presLayoutVars>
      </dgm:prSet>
      <dgm:spPr/>
    </dgm:pt>
    <dgm:pt modelId="{4B8D428B-B901-44A6-8C8A-EAA9846C1782}" type="pres">
      <dgm:prSet presAssocID="{094D2EC1-B6BE-4376-BB69-1C637174E1D1}" presName="Name13" presStyleLbl="parChTrans1D2" presStyleIdx="5" presStyleCnt="9"/>
      <dgm:spPr/>
    </dgm:pt>
    <dgm:pt modelId="{00689A2F-C9F7-4DC2-87CE-E2FF9840A73C}" type="pres">
      <dgm:prSet presAssocID="{B1A02F4B-EE6C-4B47-A39B-98AD38CC3089}" presName="childText" presStyleLbl="bgAcc1" presStyleIdx="5" presStyleCnt="9" custScaleX="725622" custScaleY="206749">
        <dgm:presLayoutVars>
          <dgm:bulletEnabled val="1"/>
        </dgm:presLayoutVars>
      </dgm:prSet>
      <dgm:spPr/>
    </dgm:pt>
    <dgm:pt modelId="{FAB3601A-F755-4AC7-8B34-5FF4A0F4D022}" type="pres">
      <dgm:prSet presAssocID="{B1374658-5784-4C48-B5B7-D6C9599AAA9A}" presName="Name13" presStyleLbl="parChTrans1D2" presStyleIdx="6" presStyleCnt="9"/>
      <dgm:spPr/>
    </dgm:pt>
    <dgm:pt modelId="{E127EC0B-92CD-43DF-BB5A-DA8CDDA28398}" type="pres">
      <dgm:prSet presAssocID="{256B874A-F024-4A93-BB24-F1759C6DB520}" presName="childText" presStyleLbl="bgAcc1" presStyleIdx="6" presStyleCnt="9" custScaleX="725622" custScaleY="206749">
        <dgm:presLayoutVars>
          <dgm:bulletEnabled val="1"/>
        </dgm:presLayoutVars>
      </dgm:prSet>
      <dgm:spPr/>
    </dgm:pt>
    <dgm:pt modelId="{0A4BE600-EE68-4884-9908-F9279C17F449}" type="pres">
      <dgm:prSet presAssocID="{876DD493-C717-46B0-A75E-7674821BD218}" presName="Name13" presStyleLbl="parChTrans1D2" presStyleIdx="7" presStyleCnt="9"/>
      <dgm:spPr/>
    </dgm:pt>
    <dgm:pt modelId="{11BEEF8F-4B57-4C1C-A0E5-CAC0AE174785}" type="pres">
      <dgm:prSet presAssocID="{4FEE8960-D6E9-4C5D-A8A1-CCC79C0AE7F9}" presName="childText" presStyleLbl="bgAcc1" presStyleIdx="7" presStyleCnt="9" custScaleX="725622" custScaleY="206749">
        <dgm:presLayoutVars>
          <dgm:bulletEnabled val="1"/>
        </dgm:presLayoutVars>
      </dgm:prSet>
      <dgm:spPr/>
    </dgm:pt>
    <dgm:pt modelId="{2A4E6FFD-5CC0-40B2-A9AE-07298EFD50B6}" type="pres">
      <dgm:prSet presAssocID="{E40C0F24-CC99-4A98-B759-B56510F8F9A6}" presName="Name13" presStyleLbl="parChTrans1D2" presStyleIdx="8" presStyleCnt="9"/>
      <dgm:spPr/>
    </dgm:pt>
    <dgm:pt modelId="{3E1ECC8F-3F5C-49B4-AF5E-91E797A857B0}" type="pres">
      <dgm:prSet presAssocID="{6C11DA51-8462-427B-94D4-10EF9E793FB5}" presName="childText" presStyleLbl="bgAcc1" presStyleIdx="8" presStyleCnt="9" custScaleX="725622" custScaleY="206749">
        <dgm:presLayoutVars>
          <dgm:bulletEnabled val="1"/>
        </dgm:presLayoutVars>
      </dgm:prSet>
      <dgm:spPr/>
    </dgm:pt>
  </dgm:ptLst>
  <dgm:cxnLst>
    <dgm:cxn modelId="{36CBCE0D-6CCD-4DA1-A16F-058977F8B47A}" srcId="{C469A353-3306-4BDC-ABCC-6B29FD9F0015}" destId="{6C11DA51-8462-427B-94D4-10EF9E793FB5}" srcOrd="4" destOrd="0" parTransId="{E40C0F24-CC99-4A98-B759-B56510F8F9A6}" sibTransId="{4CFE09B1-FA5F-4B80-8882-B5E86AEE7DDD}"/>
    <dgm:cxn modelId="{95559A0E-5860-4299-8813-E8D123A22315}" type="presOf" srcId="{6C11DA51-8462-427B-94D4-10EF9E793FB5}" destId="{3E1ECC8F-3F5C-49B4-AF5E-91E797A857B0}" srcOrd="0" destOrd="0" presId="urn:microsoft.com/office/officeart/2005/8/layout/hierarchy3"/>
    <dgm:cxn modelId="{DAE23010-E8B4-43D2-AFC6-C92AC24DE5D0}" srcId="{C469A353-3306-4BDC-ABCC-6B29FD9F0015}" destId="{ABEC62DC-6A1F-452D-AEC8-4B99614B7E05}" srcOrd="0" destOrd="0" parTransId="{A1F06078-0471-4BA3-9F80-C2729EF253CC}" sibTransId="{AD7CB59B-C06F-4A95-95E3-6366A9F87114}"/>
    <dgm:cxn modelId="{07C0A418-9A0D-435D-892F-7F5219DEAC9D}" type="presOf" srcId="{E6532F16-F1F7-4640-82FC-444C02F8E9D7}" destId="{9C2B2F59-9466-4C29-8006-C4EFFF83BD3E}" srcOrd="1" destOrd="0" presId="urn:microsoft.com/office/officeart/2005/8/layout/hierarchy3"/>
    <dgm:cxn modelId="{72447719-BB70-4C67-A766-11883240EFDA}" type="presOf" srcId="{4FEE8960-D6E9-4C5D-A8A1-CCC79C0AE7F9}" destId="{11BEEF8F-4B57-4C1C-A0E5-CAC0AE174785}" srcOrd="0" destOrd="0" presId="urn:microsoft.com/office/officeart/2005/8/layout/hierarchy3"/>
    <dgm:cxn modelId="{691D8B1E-AC84-4287-80C4-4304305FB9A0}" type="presOf" srcId="{E6532F16-F1F7-4640-82FC-444C02F8E9D7}" destId="{493E9804-8DE3-4EEA-8505-8E36DF33C6A6}" srcOrd="0" destOrd="0" presId="urn:microsoft.com/office/officeart/2005/8/layout/hierarchy3"/>
    <dgm:cxn modelId="{91315B28-01E2-471A-B675-9C7DD2305161}" type="presOf" srcId="{256B874A-F024-4A93-BB24-F1759C6DB520}" destId="{E127EC0B-92CD-43DF-BB5A-DA8CDDA28398}" srcOrd="0" destOrd="0" presId="urn:microsoft.com/office/officeart/2005/8/layout/hierarchy3"/>
    <dgm:cxn modelId="{1BFE3533-2A47-40F7-A8EF-E2F31002F721}" type="presOf" srcId="{E038F0F1-BDC0-42BD-8590-73755E01421F}" destId="{E7C97F25-335A-425C-A504-9D47429891FC}" srcOrd="0" destOrd="0" presId="urn:microsoft.com/office/officeart/2005/8/layout/hierarchy3"/>
    <dgm:cxn modelId="{E7F73D35-4D6B-4DCA-AD45-8E5514634ED8}" type="presOf" srcId="{4A52027B-15ED-47B5-9127-85C25BEC233D}" destId="{948A3F69-D430-4C6D-AC51-17E768516893}" srcOrd="0" destOrd="0" presId="urn:microsoft.com/office/officeart/2005/8/layout/hierarchy3"/>
    <dgm:cxn modelId="{8CDA5435-0EFE-4550-A71E-3513F3BF8360}" type="presOf" srcId="{28818ECC-B70E-4F01-B28E-88BFD1B6FDE1}" destId="{1703BCCB-39EF-494F-AA3A-8E69002A97D2}" srcOrd="0" destOrd="0" presId="urn:microsoft.com/office/officeart/2005/8/layout/hierarchy3"/>
    <dgm:cxn modelId="{97D03A5B-6BB4-4B3C-9100-E2742A4A4F64}" type="presOf" srcId="{BB668161-AE38-4F36-944A-8ABC45CD113A}" destId="{EAFC88E1-9D0F-4195-AC5D-CCE74F4778F8}" srcOrd="0" destOrd="0" presId="urn:microsoft.com/office/officeart/2005/8/layout/hierarchy3"/>
    <dgm:cxn modelId="{3C989D5E-6FC2-4CD7-BCA0-37E445A16C57}" srcId="{C469A353-3306-4BDC-ABCC-6B29FD9F0015}" destId="{256B874A-F024-4A93-BB24-F1759C6DB520}" srcOrd="2" destOrd="0" parTransId="{B1374658-5784-4C48-B5B7-D6C9599AAA9A}" sibTransId="{0A51219D-3D00-4B03-B17E-1945CE0CE353}"/>
    <dgm:cxn modelId="{AD321C63-D6F7-4773-9906-8EE29A84F26F}" type="presOf" srcId="{946CEA86-B564-4629-AB65-BB2F997E02FB}" destId="{1E236026-C2AD-4B12-AC6B-37576CDF69A3}" srcOrd="0" destOrd="0" presId="urn:microsoft.com/office/officeart/2005/8/layout/hierarchy3"/>
    <dgm:cxn modelId="{37D1CC70-FA78-4C85-A62F-C7D3E5042364}" srcId="{946CEA86-B564-4629-AB65-BB2F997E02FB}" destId="{E6532F16-F1F7-4640-82FC-444C02F8E9D7}" srcOrd="0" destOrd="0" parTransId="{EB8A95CF-BC1A-4C31-A10F-40C925574EA5}" sibTransId="{A055F0F3-2E6D-483B-8225-C97FD0F15B3E}"/>
    <dgm:cxn modelId="{3D0F9F75-C2AB-4BE0-9DDA-49CED75E32A9}" srcId="{946CEA86-B564-4629-AB65-BB2F997E02FB}" destId="{C469A353-3306-4BDC-ABCC-6B29FD9F0015}" srcOrd="1" destOrd="0" parTransId="{2D3EDDC8-572F-4C40-9E35-A664EDA6B959}" sibTransId="{99BBF5C5-E8BB-4772-9048-E5EEC9F0D197}"/>
    <dgm:cxn modelId="{D8E69558-09DF-47CB-91CA-50BC2F458BF5}" type="presOf" srcId="{094D2EC1-B6BE-4376-BB69-1C637174E1D1}" destId="{4B8D428B-B901-44A6-8C8A-EAA9846C1782}" srcOrd="0" destOrd="0" presId="urn:microsoft.com/office/officeart/2005/8/layout/hierarchy3"/>
    <dgm:cxn modelId="{47D64281-0032-4F22-82B9-8B7C6E0D89FE}" type="presOf" srcId="{A1F06078-0471-4BA3-9F80-C2729EF253CC}" destId="{8C6D2BC8-369F-436D-805C-1D148EFA847A}" srcOrd="0" destOrd="0" presId="urn:microsoft.com/office/officeart/2005/8/layout/hierarchy3"/>
    <dgm:cxn modelId="{2002F493-3641-47AB-9A59-A2BFD5520EA0}" srcId="{E6532F16-F1F7-4640-82FC-444C02F8E9D7}" destId="{4A52027B-15ED-47B5-9127-85C25BEC233D}" srcOrd="2" destOrd="0" parTransId="{16ABEDCE-B98A-478B-9C71-ED1C324EA975}" sibTransId="{E3371FD5-3457-4B52-81D3-CCE65BFF99B3}"/>
    <dgm:cxn modelId="{54DC3A95-D56C-4811-9A90-904F0F70C345}" type="presOf" srcId="{C469A353-3306-4BDC-ABCC-6B29FD9F0015}" destId="{69B74E94-2181-4E1D-87E0-B5CE28C2F75A}" srcOrd="0" destOrd="0" presId="urn:microsoft.com/office/officeart/2005/8/layout/hierarchy3"/>
    <dgm:cxn modelId="{C9A3F796-EECC-46D5-8F9E-D4F26E440518}" type="presOf" srcId="{E40C0F24-CC99-4A98-B759-B56510F8F9A6}" destId="{2A4E6FFD-5CC0-40B2-A9AE-07298EFD50B6}" srcOrd="0" destOrd="0" presId="urn:microsoft.com/office/officeart/2005/8/layout/hierarchy3"/>
    <dgm:cxn modelId="{031FE0A0-4011-4C78-B142-C3E328D06094}" type="presOf" srcId="{B1A02F4B-EE6C-4B47-A39B-98AD38CC3089}" destId="{00689A2F-C9F7-4DC2-87CE-E2FF9840A73C}" srcOrd="0" destOrd="0" presId="urn:microsoft.com/office/officeart/2005/8/layout/hierarchy3"/>
    <dgm:cxn modelId="{553304A2-8D0B-4650-80A8-C04E896B33F0}" srcId="{E6532F16-F1F7-4640-82FC-444C02F8E9D7}" destId="{D415A153-44A0-4875-9DE1-633F5A966B78}" srcOrd="1" destOrd="0" parTransId="{E038F0F1-BDC0-42BD-8590-73755E01421F}" sibTransId="{06674B73-D385-4282-8AB6-88F69CA54C01}"/>
    <dgm:cxn modelId="{F15B18B2-B8CB-4DA1-A1FD-4570D77E669C}" type="presOf" srcId="{92DB063B-5F5B-4CA3-83CB-6F2FD7A1D5D1}" destId="{5D5E99E6-9833-40FB-8A68-41ACC9F94DB6}" srcOrd="0" destOrd="0" presId="urn:microsoft.com/office/officeart/2005/8/layout/hierarchy3"/>
    <dgm:cxn modelId="{525007B7-F21E-4C99-B34D-A3A9CD02DFE9}" type="presOf" srcId="{F864CB0A-F8B2-4FFB-A1B4-CFF25A04A968}" destId="{BF3D8BE9-4892-4C03-8220-E64C7D209F6C}" srcOrd="0" destOrd="0" presId="urn:microsoft.com/office/officeart/2005/8/layout/hierarchy3"/>
    <dgm:cxn modelId="{40914BB9-8619-41B0-80F2-672275667A8B}" type="presOf" srcId="{ABEC62DC-6A1F-452D-AEC8-4B99614B7E05}" destId="{5A811D0D-1D52-41D5-BCEA-2253DF1FD9AC}" srcOrd="0" destOrd="0" presId="urn:microsoft.com/office/officeart/2005/8/layout/hierarchy3"/>
    <dgm:cxn modelId="{C8C1CABF-AFB5-43FE-8DA9-092A3F43B876}" type="presOf" srcId="{876DD493-C717-46B0-A75E-7674821BD218}" destId="{0A4BE600-EE68-4884-9908-F9279C17F449}" srcOrd="0" destOrd="0" presId="urn:microsoft.com/office/officeart/2005/8/layout/hierarchy3"/>
    <dgm:cxn modelId="{1730FDC2-DC2B-4E0F-8C2A-D55079F7E51B}" type="presOf" srcId="{B1374658-5784-4C48-B5B7-D6C9599AAA9A}" destId="{FAB3601A-F755-4AC7-8B34-5FF4A0F4D022}" srcOrd="0" destOrd="0" presId="urn:microsoft.com/office/officeart/2005/8/layout/hierarchy3"/>
    <dgm:cxn modelId="{BEF241C5-BBA2-4125-9A0A-344DC40380AB}" srcId="{E6532F16-F1F7-4640-82FC-444C02F8E9D7}" destId="{F864CB0A-F8B2-4FFB-A1B4-CFF25A04A968}" srcOrd="3" destOrd="0" parTransId="{28818ECC-B70E-4F01-B28E-88BFD1B6FDE1}" sibTransId="{9FFCEA1D-2200-4F85-A4F8-3EA005DBCD86}"/>
    <dgm:cxn modelId="{BA3129CE-0F97-4DB2-960D-90F0FA7E3109}" srcId="{E6532F16-F1F7-4640-82FC-444C02F8E9D7}" destId="{BB668161-AE38-4F36-944A-8ABC45CD113A}" srcOrd="0" destOrd="0" parTransId="{92DB063B-5F5B-4CA3-83CB-6F2FD7A1D5D1}" sibTransId="{FD38033E-1B7D-43F0-9958-325ADA79FD9D}"/>
    <dgm:cxn modelId="{A032CFD0-4B04-4E68-918A-8BE7A7A19A61}" srcId="{C469A353-3306-4BDC-ABCC-6B29FD9F0015}" destId="{B1A02F4B-EE6C-4B47-A39B-98AD38CC3089}" srcOrd="1" destOrd="0" parTransId="{094D2EC1-B6BE-4376-BB69-1C637174E1D1}" sibTransId="{369489D4-15AF-4219-8DDA-581DFB63F8D8}"/>
    <dgm:cxn modelId="{24DA44D7-4660-4D42-8C76-1B50E2E3668D}" type="presOf" srcId="{16ABEDCE-B98A-478B-9C71-ED1C324EA975}" destId="{EDF8AA2E-3950-48F8-8D25-2618CE5A04FD}" srcOrd="0" destOrd="0" presId="urn:microsoft.com/office/officeart/2005/8/layout/hierarchy3"/>
    <dgm:cxn modelId="{52A9ABDD-AE02-4851-AC87-5985E6C0FD94}" type="presOf" srcId="{D415A153-44A0-4875-9DE1-633F5A966B78}" destId="{B3247B85-D5CD-4CBC-BD07-75B990BFC8A3}" srcOrd="0" destOrd="0" presId="urn:microsoft.com/office/officeart/2005/8/layout/hierarchy3"/>
    <dgm:cxn modelId="{BAA8E0E5-8D82-459F-A245-9FCD72CBDB06}" type="presOf" srcId="{C469A353-3306-4BDC-ABCC-6B29FD9F0015}" destId="{AF121DA0-74F6-44ED-92A4-92687443DD23}" srcOrd="1" destOrd="0" presId="urn:microsoft.com/office/officeart/2005/8/layout/hierarchy3"/>
    <dgm:cxn modelId="{15A561F1-4C97-4286-9C04-433A468F66E3}" srcId="{C469A353-3306-4BDC-ABCC-6B29FD9F0015}" destId="{4FEE8960-D6E9-4C5D-A8A1-CCC79C0AE7F9}" srcOrd="3" destOrd="0" parTransId="{876DD493-C717-46B0-A75E-7674821BD218}" sibTransId="{CA279834-232A-4F3A-A55F-CE172CAC53DB}"/>
    <dgm:cxn modelId="{9E6ACC0E-F19A-4784-9770-1A2B6F6A3208}" type="presParOf" srcId="{1E236026-C2AD-4B12-AC6B-37576CDF69A3}" destId="{DBDD48D4-F735-48B6-92B7-E8B39D877D8D}" srcOrd="0" destOrd="0" presId="urn:microsoft.com/office/officeart/2005/8/layout/hierarchy3"/>
    <dgm:cxn modelId="{7384DF7D-BACE-404B-A685-0C2BBDCDE55E}" type="presParOf" srcId="{DBDD48D4-F735-48B6-92B7-E8B39D877D8D}" destId="{BEF7D919-559F-4E97-92A9-C5A627BC7284}" srcOrd="0" destOrd="0" presId="urn:microsoft.com/office/officeart/2005/8/layout/hierarchy3"/>
    <dgm:cxn modelId="{1CE78E26-EA44-4A81-8E77-90B67728E3BA}" type="presParOf" srcId="{BEF7D919-559F-4E97-92A9-C5A627BC7284}" destId="{493E9804-8DE3-4EEA-8505-8E36DF33C6A6}" srcOrd="0" destOrd="0" presId="urn:microsoft.com/office/officeart/2005/8/layout/hierarchy3"/>
    <dgm:cxn modelId="{01783EEC-6116-4D9E-8949-507EA80B066C}" type="presParOf" srcId="{BEF7D919-559F-4E97-92A9-C5A627BC7284}" destId="{9C2B2F59-9466-4C29-8006-C4EFFF83BD3E}" srcOrd="1" destOrd="0" presId="urn:microsoft.com/office/officeart/2005/8/layout/hierarchy3"/>
    <dgm:cxn modelId="{C5A921FB-9616-41CC-AE37-AAE08368B66B}" type="presParOf" srcId="{DBDD48D4-F735-48B6-92B7-E8B39D877D8D}" destId="{3091639C-1B19-4396-8317-49521C94B0CA}" srcOrd="1" destOrd="0" presId="urn:microsoft.com/office/officeart/2005/8/layout/hierarchy3"/>
    <dgm:cxn modelId="{D9F855A6-0D9A-4659-9DBD-7D02314E65C7}" type="presParOf" srcId="{3091639C-1B19-4396-8317-49521C94B0CA}" destId="{5D5E99E6-9833-40FB-8A68-41ACC9F94DB6}" srcOrd="0" destOrd="0" presId="urn:microsoft.com/office/officeart/2005/8/layout/hierarchy3"/>
    <dgm:cxn modelId="{7FC59459-D398-48DF-B78F-AFB8728C9CC5}" type="presParOf" srcId="{3091639C-1B19-4396-8317-49521C94B0CA}" destId="{EAFC88E1-9D0F-4195-AC5D-CCE74F4778F8}" srcOrd="1" destOrd="0" presId="urn:microsoft.com/office/officeart/2005/8/layout/hierarchy3"/>
    <dgm:cxn modelId="{E0C644B7-E357-4886-91F3-9B3ABFBB27BE}" type="presParOf" srcId="{3091639C-1B19-4396-8317-49521C94B0CA}" destId="{E7C97F25-335A-425C-A504-9D47429891FC}" srcOrd="2" destOrd="0" presId="urn:microsoft.com/office/officeart/2005/8/layout/hierarchy3"/>
    <dgm:cxn modelId="{4DEAF708-57A0-4E9C-913B-8D5257D97BB9}" type="presParOf" srcId="{3091639C-1B19-4396-8317-49521C94B0CA}" destId="{B3247B85-D5CD-4CBC-BD07-75B990BFC8A3}" srcOrd="3" destOrd="0" presId="urn:microsoft.com/office/officeart/2005/8/layout/hierarchy3"/>
    <dgm:cxn modelId="{A467C88F-2EEB-40FD-BEAF-EF365A0E1FD0}" type="presParOf" srcId="{3091639C-1B19-4396-8317-49521C94B0CA}" destId="{EDF8AA2E-3950-48F8-8D25-2618CE5A04FD}" srcOrd="4" destOrd="0" presId="urn:microsoft.com/office/officeart/2005/8/layout/hierarchy3"/>
    <dgm:cxn modelId="{AD06DD64-250A-48D8-8184-C584DF390974}" type="presParOf" srcId="{3091639C-1B19-4396-8317-49521C94B0CA}" destId="{948A3F69-D430-4C6D-AC51-17E768516893}" srcOrd="5" destOrd="0" presId="urn:microsoft.com/office/officeart/2005/8/layout/hierarchy3"/>
    <dgm:cxn modelId="{879882DD-C3DE-4E04-8001-7D35E69E9E4B}" type="presParOf" srcId="{3091639C-1B19-4396-8317-49521C94B0CA}" destId="{1703BCCB-39EF-494F-AA3A-8E69002A97D2}" srcOrd="6" destOrd="0" presId="urn:microsoft.com/office/officeart/2005/8/layout/hierarchy3"/>
    <dgm:cxn modelId="{74D68F7F-3A77-42F2-8638-15383383DCDB}" type="presParOf" srcId="{3091639C-1B19-4396-8317-49521C94B0CA}" destId="{BF3D8BE9-4892-4C03-8220-E64C7D209F6C}" srcOrd="7" destOrd="0" presId="urn:microsoft.com/office/officeart/2005/8/layout/hierarchy3"/>
    <dgm:cxn modelId="{291480B4-8DC8-4F16-8C60-418FE4D6F8D4}" type="presParOf" srcId="{1E236026-C2AD-4B12-AC6B-37576CDF69A3}" destId="{DB931EBA-5CEC-40BD-A11D-937F8D370BAC}" srcOrd="1" destOrd="0" presId="urn:microsoft.com/office/officeart/2005/8/layout/hierarchy3"/>
    <dgm:cxn modelId="{B549F661-BDB1-42B6-8C08-756471916B17}" type="presParOf" srcId="{DB931EBA-5CEC-40BD-A11D-937F8D370BAC}" destId="{8B6AD366-7C47-405C-82E9-B40CC54FAB3C}" srcOrd="0" destOrd="0" presId="urn:microsoft.com/office/officeart/2005/8/layout/hierarchy3"/>
    <dgm:cxn modelId="{14669E39-25B0-474D-B573-58194CC054F9}" type="presParOf" srcId="{8B6AD366-7C47-405C-82E9-B40CC54FAB3C}" destId="{69B74E94-2181-4E1D-87E0-B5CE28C2F75A}" srcOrd="0" destOrd="0" presId="urn:microsoft.com/office/officeart/2005/8/layout/hierarchy3"/>
    <dgm:cxn modelId="{479546FE-B367-4549-99D2-7AA1C84C9637}" type="presParOf" srcId="{8B6AD366-7C47-405C-82E9-B40CC54FAB3C}" destId="{AF121DA0-74F6-44ED-92A4-92687443DD23}" srcOrd="1" destOrd="0" presId="urn:microsoft.com/office/officeart/2005/8/layout/hierarchy3"/>
    <dgm:cxn modelId="{27A6FFBA-9AB0-4ABF-AE9E-173EDDA59A80}" type="presParOf" srcId="{DB931EBA-5CEC-40BD-A11D-937F8D370BAC}" destId="{B9C56B64-0397-4CD4-93E8-91D998830B92}" srcOrd="1" destOrd="0" presId="urn:microsoft.com/office/officeart/2005/8/layout/hierarchy3"/>
    <dgm:cxn modelId="{FE79985B-3CDA-4720-8168-FCD51D1E6F45}" type="presParOf" srcId="{B9C56B64-0397-4CD4-93E8-91D998830B92}" destId="{8C6D2BC8-369F-436D-805C-1D148EFA847A}" srcOrd="0" destOrd="0" presId="urn:microsoft.com/office/officeart/2005/8/layout/hierarchy3"/>
    <dgm:cxn modelId="{42D5C113-38F6-4310-B16C-F5261ACC5C49}" type="presParOf" srcId="{B9C56B64-0397-4CD4-93E8-91D998830B92}" destId="{5A811D0D-1D52-41D5-BCEA-2253DF1FD9AC}" srcOrd="1" destOrd="0" presId="urn:microsoft.com/office/officeart/2005/8/layout/hierarchy3"/>
    <dgm:cxn modelId="{E37D3236-E30D-412C-A70E-B38425B58217}" type="presParOf" srcId="{B9C56B64-0397-4CD4-93E8-91D998830B92}" destId="{4B8D428B-B901-44A6-8C8A-EAA9846C1782}" srcOrd="2" destOrd="0" presId="urn:microsoft.com/office/officeart/2005/8/layout/hierarchy3"/>
    <dgm:cxn modelId="{49DF56D0-D5C7-4F3B-9F14-05758F286A7C}" type="presParOf" srcId="{B9C56B64-0397-4CD4-93E8-91D998830B92}" destId="{00689A2F-C9F7-4DC2-87CE-E2FF9840A73C}" srcOrd="3" destOrd="0" presId="urn:microsoft.com/office/officeart/2005/8/layout/hierarchy3"/>
    <dgm:cxn modelId="{7FDE1F69-FE2C-495C-9CC3-F1245D5B7E12}" type="presParOf" srcId="{B9C56B64-0397-4CD4-93E8-91D998830B92}" destId="{FAB3601A-F755-4AC7-8B34-5FF4A0F4D022}" srcOrd="4" destOrd="0" presId="urn:microsoft.com/office/officeart/2005/8/layout/hierarchy3"/>
    <dgm:cxn modelId="{DA35B304-6118-46B3-9401-0B97CE3DCB7D}" type="presParOf" srcId="{B9C56B64-0397-4CD4-93E8-91D998830B92}" destId="{E127EC0B-92CD-43DF-BB5A-DA8CDDA28398}" srcOrd="5" destOrd="0" presId="urn:microsoft.com/office/officeart/2005/8/layout/hierarchy3"/>
    <dgm:cxn modelId="{0955937C-6D4A-4F0C-BB15-CB51F3BB1CC3}" type="presParOf" srcId="{B9C56B64-0397-4CD4-93E8-91D998830B92}" destId="{0A4BE600-EE68-4884-9908-F9279C17F449}" srcOrd="6" destOrd="0" presId="urn:microsoft.com/office/officeart/2005/8/layout/hierarchy3"/>
    <dgm:cxn modelId="{FA398FD7-C17D-4B47-B61F-BA6E8E98A13C}" type="presParOf" srcId="{B9C56B64-0397-4CD4-93E8-91D998830B92}" destId="{11BEEF8F-4B57-4C1C-A0E5-CAC0AE174785}" srcOrd="7" destOrd="0" presId="urn:microsoft.com/office/officeart/2005/8/layout/hierarchy3"/>
    <dgm:cxn modelId="{4B03DA9F-F4B6-4348-9B74-74BE4CBC22D5}" type="presParOf" srcId="{B9C56B64-0397-4CD4-93E8-91D998830B92}" destId="{2A4E6FFD-5CC0-40B2-A9AE-07298EFD50B6}" srcOrd="8" destOrd="0" presId="urn:microsoft.com/office/officeart/2005/8/layout/hierarchy3"/>
    <dgm:cxn modelId="{8108A537-716B-406F-8526-9AA288DD779C}" type="presParOf" srcId="{B9C56B64-0397-4CD4-93E8-91D998830B92}" destId="{3E1ECC8F-3F5C-49B4-AF5E-91E797A857B0}" srcOrd="9"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56F9CE-D1A3-41D2-BACE-83DB067D8161}"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s-ES"/>
        </a:p>
      </dgm:t>
    </dgm:pt>
    <dgm:pt modelId="{0000352A-C8B2-49EB-AF5F-E99A0451B95E}">
      <dgm:prSet phldrT="[Texto]"/>
      <dgm:spPr/>
      <dgm:t>
        <a:bodyPr/>
        <a:lstStyle/>
        <a:p>
          <a:pPr>
            <a:buFont typeface="+mj-lt"/>
            <a:buAutoNum type="arabicPeriod"/>
          </a:pPr>
          <a:r>
            <a:rPr lang="es-ES" b="1" dirty="0"/>
            <a:t>Aumento del valor del coeficiente de rozamiento</a:t>
          </a:r>
          <a:endParaRPr lang="es-ES" dirty="0"/>
        </a:p>
      </dgm:t>
    </dgm:pt>
    <dgm:pt modelId="{4F6F3A34-A71B-4716-AAB9-A19A497EAA46}" type="parTrans" cxnId="{02F36BE1-AE8F-4133-8874-BEC8B89495A3}">
      <dgm:prSet/>
      <dgm:spPr/>
      <dgm:t>
        <a:bodyPr/>
        <a:lstStyle/>
        <a:p>
          <a:endParaRPr lang="es-ES"/>
        </a:p>
      </dgm:t>
    </dgm:pt>
    <dgm:pt modelId="{CB3F412B-BF71-43E2-9B7E-C2831A6BF38A}" type="sibTrans" cxnId="{02F36BE1-AE8F-4133-8874-BEC8B89495A3}">
      <dgm:prSet/>
      <dgm:spPr/>
      <dgm:t>
        <a:bodyPr/>
        <a:lstStyle/>
        <a:p>
          <a:endParaRPr lang="es-ES"/>
        </a:p>
      </dgm:t>
    </dgm:pt>
    <dgm:pt modelId="{47932375-CFB8-4B7F-8F5F-15279D0C2981}">
      <dgm:prSet phldrT="[Texto]"/>
      <dgm:spPr/>
      <dgm:t>
        <a:bodyPr/>
        <a:lstStyle/>
        <a:p>
          <a:pPr>
            <a:buFont typeface="+mj-lt"/>
            <a:buAutoNum type="arabicPeriod"/>
          </a:pPr>
          <a:r>
            <a:rPr lang="es-ES" b="1" dirty="0"/>
            <a:t>Aumento de la masa del cuerpo al final de la varilla</a:t>
          </a:r>
          <a:endParaRPr lang="es-ES" dirty="0"/>
        </a:p>
      </dgm:t>
    </dgm:pt>
    <dgm:pt modelId="{FE3624F7-3EAA-4A31-BCD5-D387EDF83D09}" type="parTrans" cxnId="{41E4B04D-E50F-4877-89DF-BA593FE5D1F2}">
      <dgm:prSet/>
      <dgm:spPr/>
      <dgm:t>
        <a:bodyPr/>
        <a:lstStyle/>
        <a:p>
          <a:endParaRPr lang="es-ES"/>
        </a:p>
      </dgm:t>
    </dgm:pt>
    <dgm:pt modelId="{FF28B432-7E18-4421-97CE-4A50EF3690B7}" type="sibTrans" cxnId="{41E4B04D-E50F-4877-89DF-BA593FE5D1F2}">
      <dgm:prSet/>
      <dgm:spPr/>
      <dgm:t>
        <a:bodyPr/>
        <a:lstStyle/>
        <a:p>
          <a:endParaRPr lang="es-ES"/>
        </a:p>
      </dgm:t>
    </dgm:pt>
    <dgm:pt modelId="{6ECA5ED3-3859-4800-AF23-E95205C26AAF}">
      <dgm:prSet phldrT="[Texto]"/>
      <dgm:spPr/>
      <dgm:t>
        <a:bodyPr/>
        <a:lstStyle/>
        <a:p>
          <a:pPr>
            <a:buFont typeface="+mj-lt"/>
            <a:buAutoNum type="arabicPeriod"/>
          </a:pPr>
          <a:r>
            <a:rPr lang="es-ES" b="1" dirty="0"/>
            <a:t>Variación de la longitud de la varilla</a:t>
          </a:r>
          <a:endParaRPr lang="es-ES" dirty="0"/>
        </a:p>
      </dgm:t>
    </dgm:pt>
    <dgm:pt modelId="{F78E5FF2-4AB2-4EC5-81F0-F27A7967A005}" type="parTrans" cxnId="{73E3AD0D-C07C-4B56-A7AA-EF6D315FF688}">
      <dgm:prSet/>
      <dgm:spPr/>
      <dgm:t>
        <a:bodyPr/>
        <a:lstStyle/>
        <a:p>
          <a:endParaRPr lang="es-ES"/>
        </a:p>
      </dgm:t>
    </dgm:pt>
    <dgm:pt modelId="{A7F01B82-9979-4FE8-A072-8BA8E6C5A058}" type="sibTrans" cxnId="{73E3AD0D-C07C-4B56-A7AA-EF6D315FF688}">
      <dgm:prSet/>
      <dgm:spPr/>
      <dgm:t>
        <a:bodyPr/>
        <a:lstStyle/>
        <a:p>
          <a:endParaRPr lang="es-ES"/>
        </a:p>
      </dgm:t>
    </dgm:pt>
    <dgm:pt modelId="{0B5F35BC-773D-4759-A54F-51B3066B567D}" type="pres">
      <dgm:prSet presAssocID="{5756F9CE-D1A3-41D2-BACE-83DB067D8161}" presName="linear" presStyleCnt="0">
        <dgm:presLayoutVars>
          <dgm:dir/>
          <dgm:animLvl val="lvl"/>
          <dgm:resizeHandles val="exact"/>
        </dgm:presLayoutVars>
      </dgm:prSet>
      <dgm:spPr/>
    </dgm:pt>
    <dgm:pt modelId="{6DD9D5D9-AE49-4EAE-AFE6-B749B5995E72}" type="pres">
      <dgm:prSet presAssocID="{0000352A-C8B2-49EB-AF5F-E99A0451B95E}" presName="parentLin" presStyleCnt="0"/>
      <dgm:spPr/>
    </dgm:pt>
    <dgm:pt modelId="{04F72E1C-5B29-4F19-A436-13E47B6189BE}" type="pres">
      <dgm:prSet presAssocID="{0000352A-C8B2-49EB-AF5F-E99A0451B95E}" presName="parentLeftMargin" presStyleLbl="node1" presStyleIdx="0" presStyleCnt="3"/>
      <dgm:spPr/>
    </dgm:pt>
    <dgm:pt modelId="{D5E365D1-5AFA-4557-A4F5-2B09E7442D65}" type="pres">
      <dgm:prSet presAssocID="{0000352A-C8B2-49EB-AF5F-E99A0451B95E}" presName="parentText" presStyleLbl="node1" presStyleIdx="0" presStyleCnt="3">
        <dgm:presLayoutVars>
          <dgm:chMax val="0"/>
          <dgm:bulletEnabled val="1"/>
        </dgm:presLayoutVars>
      </dgm:prSet>
      <dgm:spPr/>
    </dgm:pt>
    <dgm:pt modelId="{A900E002-A269-4DA0-B258-B4E3C353BBDD}" type="pres">
      <dgm:prSet presAssocID="{0000352A-C8B2-49EB-AF5F-E99A0451B95E}" presName="negativeSpace" presStyleCnt="0"/>
      <dgm:spPr/>
    </dgm:pt>
    <dgm:pt modelId="{8B9A504C-2753-433E-917B-D495E1EDD3BD}" type="pres">
      <dgm:prSet presAssocID="{0000352A-C8B2-49EB-AF5F-E99A0451B95E}" presName="childText" presStyleLbl="conFgAcc1" presStyleIdx="0" presStyleCnt="3">
        <dgm:presLayoutVars>
          <dgm:bulletEnabled val="1"/>
        </dgm:presLayoutVars>
      </dgm:prSet>
      <dgm:spPr/>
    </dgm:pt>
    <dgm:pt modelId="{307E84AD-6921-47E0-A931-C19B8DCFDBC6}" type="pres">
      <dgm:prSet presAssocID="{CB3F412B-BF71-43E2-9B7E-C2831A6BF38A}" presName="spaceBetweenRectangles" presStyleCnt="0"/>
      <dgm:spPr/>
    </dgm:pt>
    <dgm:pt modelId="{67939F25-CDAB-46DC-A9DF-A4C63C775F7C}" type="pres">
      <dgm:prSet presAssocID="{47932375-CFB8-4B7F-8F5F-15279D0C2981}" presName="parentLin" presStyleCnt="0"/>
      <dgm:spPr/>
    </dgm:pt>
    <dgm:pt modelId="{FD6B9610-6286-4501-998F-29CD9367A41C}" type="pres">
      <dgm:prSet presAssocID="{47932375-CFB8-4B7F-8F5F-15279D0C2981}" presName="parentLeftMargin" presStyleLbl="node1" presStyleIdx="0" presStyleCnt="3"/>
      <dgm:spPr/>
    </dgm:pt>
    <dgm:pt modelId="{AA0363BD-CC8F-4C23-AB86-BE44460DE583}" type="pres">
      <dgm:prSet presAssocID="{47932375-CFB8-4B7F-8F5F-15279D0C2981}" presName="parentText" presStyleLbl="node1" presStyleIdx="1" presStyleCnt="3">
        <dgm:presLayoutVars>
          <dgm:chMax val="0"/>
          <dgm:bulletEnabled val="1"/>
        </dgm:presLayoutVars>
      </dgm:prSet>
      <dgm:spPr/>
    </dgm:pt>
    <dgm:pt modelId="{EF6A6E13-6588-44E4-946C-19CD566208F2}" type="pres">
      <dgm:prSet presAssocID="{47932375-CFB8-4B7F-8F5F-15279D0C2981}" presName="negativeSpace" presStyleCnt="0"/>
      <dgm:spPr/>
    </dgm:pt>
    <dgm:pt modelId="{2ABA4726-3D48-43DA-B0B2-46DA877ACCE6}" type="pres">
      <dgm:prSet presAssocID="{47932375-CFB8-4B7F-8F5F-15279D0C2981}" presName="childText" presStyleLbl="conFgAcc1" presStyleIdx="1" presStyleCnt="3">
        <dgm:presLayoutVars>
          <dgm:bulletEnabled val="1"/>
        </dgm:presLayoutVars>
      </dgm:prSet>
      <dgm:spPr/>
    </dgm:pt>
    <dgm:pt modelId="{108CE222-3A23-4F61-9C78-ACBBB18B47F6}" type="pres">
      <dgm:prSet presAssocID="{FF28B432-7E18-4421-97CE-4A50EF3690B7}" presName="spaceBetweenRectangles" presStyleCnt="0"/>
      <dgm:spPr/>
    </dgm:pt>
    <dgm:pt modelId="{12322D08-B1A8-4CE4-A630-8CD8C4CD6D6B}" type="pres">
      <dgm:prSet presAssocID="{6ECA5ED3-3859-4800-AF23-E95205C26AAF}" presName="parentLin" presStyleCnt="0"/>
      <dgm:spPr/>
    </dgm:pt>
    <dgm:pt modelId="{48A305C8-6A29-4A41-8530-88AFFA6EEF7C}" type="pres">
      <dgm:prSet presAssocID="{6ECA5ED3-3859-4800-AF23-E95205C26AAF}" presName="parentLeftMargin" presStyleLbl="node1" presStyleIdx="1" presStyleCnt="3"/>
      <dgm:spPr/>
    </dgm:pt>
    <dgm:pt modelId="{A7964687-CF9D-49A4-AEBD-480EC9BB6BCA}" type="pres">
      <dgm:prSet presAssocID="{6ECA5ED3-3859-4800-AF23-E95205C26AAF}" presName="parentText" presStyleLbl="node1" presStyleIdx="2" presStyleCnt="3">
        <dgm:presLayoutVars>
          <dgm:chMax val="0"/>
          <dgm:bulletEnabled val="1"/>
        </dgm:presLayoutVars>
      </dgm:prSet>
      <dgm:spPr/>
    </dgm:pt>
    <dgm:pt modelId="{1543D152-4529-4E35-98D3-DDB83A7B2959}" type="pres">
      <dgm:prSet presAssocID="{6ECA5ED3-3859-4800-AF23-E95205C26AAF}" presName="negativeSpace" presStyleCnt="0"/>
      <dgm:spPr/>
    </dgm:pt>
    <dgm:pt modelId="{A4F6E0ED-7151-4F55-9AB8-BE39D865327B}" type="pres">
      <dgm:prSet presAssocID="{6ECA5ED3-3859-4800-AF23-E95205C26AAF}" presName="childText" presStyleLbl="conFgAcc1" presStyleIdx="2" presStyleCnt="3">
        <dgm:presLayoutVars>
          <dgm:bulletEnabled val="1"/>
        </dgm:presLayoutVars>
      </dgm:prSet>
      <dgm:spPr/>
    </dgm:pt>
  </dgm:ptLst>
  <dgm:cxnLst>
    <dgm:cxn modelId="{73E3AD0D-C07C-4B56-A7AA-EF6D315FF688}" srcId="{5756F9CE-D1A3-41D2-BACE-83DB067D8161}" destId="{6ECA5ED3-3859-4800-AF23-E95205C26AAF}" srcOrd="2" destOrd="0" parTransId="{F78E5FF2-4AB2-4EC5-81F0-F27A7967A005}" sibTransId="{A7F01B82-9979-4FE8-A072-8BA8E6C5A058}"/>
    <dgm:cxn modelId="{84E2B123-4467-457F-AD94-62B231C99C52}" type="presOf" srcId="{0000352A-C8B2-49EB-AF5F-E99A0451B95E}" destId="{04F72E1C-5B29-4F19-A436-13E47B6189BE}" srcOrd="0" destOrd="0" presId="urn:microsoft.com/office/officeart/2005/8/layout/list1"/>
    <dgm:cxn modelId="{41E4B04D-E50F-4877-89DF-BA593FE5D1F2}" srcId="{5756F9CE-D1A3-41D2-BACE-83DB067D8161}" destId="{47932375-CFB8-4B7F-8F5F-15279D0C2981}" srcOrd="1" destOrd="0" parTransId="{FE3624F7-3EAA-4A31-BCD5-D387EDF83D09}" sibTransId="{FF28B432-7E18-4421-97CE-4A50EF3690B7}"/>
    <dgm:cxn modelId="{23110A86-B988-4259-ABCE-F429DEFA056F}" type="presOf" srcId="{0000352A-C8B2-49EB-AF5F-E99A0451B95E}" destId="{D5E365D1-5AFA-4557-A4F5-2B09E7442D65}" srcOrd="1" destOrd="0" presId="urn:microsoft.com/office/officeart/2005/8/layout/list1"/>
    <dgm:cxn modelId="{4DBCDF8D-509E-4AC1-B8A8-1BC03879CC3F}" type="presOf" srcId="{6ECA5ED3-3859-4800-AF23-E95205C26AAF}" destId="{A7964687-CF9D-49A4-AEBD-480EC9BB6BCA}" srcOrd="1" destOrd="0" presId="urn:microsoft.com/office/officeart/2005/8/layout/list1"/>
    <dgm:cxn modelId="{2018B2AB-B3F1-493B-96EA-7464094F9F32}" type="presOf" srcId="{5756F9CE-D1A3-41D2-BACE-83DB067D8161}" destId="{0B5F35BC-773D-4759-A54F-51B3066B567D}" srcOrd="0" destOrd="0" presId="urn:microsoft.com/office/officeart/2005/8/layout/list1"/>
    <dgm:cxn modelId="{4187EBD1-8BF5-4677-92FF-E7C19EB91D3F}" type="presOf" srcId="{6ECA5ED3-3859-4800-AF23-E95205C26AAF}" destId="{48A305C8-6A29-4A41-8530-88AFFA6EEF7C}" srcOrd="0" destOrd="0" presId="urn:microsoft.com/office/officeart/2005/8/layout/list1"/>
    <dgm:cxn modelId="{D31666D3-C153-45E5-8A66-ABD9055CD2B5}" type="presOf" srcId="{47932375-CFB8-4B7F-8F5F-15279D0C2981}" destId="{AA0363BD-CC8F-4C23-AB86-BE44460DE583}" srcOrd="1" destOrd="0" presId="urn:microsoft.com/office/officeart/2005/8/layout/list1"/>
    <dgm:cxn modelId="{02F36BE1-AE8F-4133-8874-BEC8B89495A3}" srcId="{5756F9CE-D1A3-41D2-BACE-83DB067D8161}" destId="{0000352A-C8B2-49EB-AF5F-E99A0451B95E}" srcOrd="0" destOrd="0" parTransId="{4F6F3A34-A71B-4716-AAB9-A19A497EAA46}" sibTransId="{CB3F412B-BF71-43E2-9B7E-C2831A6BF38A}"/>
    <dgm:cxn modelId="{0E9C7FF6-FE70-4BAA-9F3B-72785E5228AC}" type="presOf" srcId="{47932375-CFB8-4B7F-8F5F-15279D0C2981}" destId="{FD6B9610-6286-4501-998F-29CD9367A41C}" srcOrd="0" destOrd="0" presId="urn:microsoft.com/office/officeart/2005/8/layout/list1"/>
    <dgm:cxn modelId="{BAFBB3DC-A644-4C68-9DFC-F8943A5DF8EE}" type="presParOf" srcId="{0B5F35BC-773D-4759-A54F-51B3066B567D}" destId="{6DD9D5D9-AE49-4EAE-AFE6-B749B5995E72}" srcOrd="0" destOrd="0" presId="urn:microsoft.com/office/officeart/2005/8/layout/list1"/>
    <dgm:cxn modelId="{74EAB406-DDB2-4E2F-9A95-A0ECBE9D9673}" type="presParOf" srcId="{6DD9D5D9-AE49-4EAE-AFE6-B749B5995E72}" destId="{04F72E1C-5B29-4F19-A436-13E47B6189BE}" srcOrd="0" destOrd="0" presId="urn:microsoft.com/office/officeart/2005/8/layout/list1"/>
    <dgm:cxn modelId="{D12B5386-5175-4341-9D4E-86421A82A39D}" type="presParOf" srcId="{6DD9D5D9-AE49-4EAE-AFE6-B749B5995E72}" destId="{D5E365D1-5AFA-4557-A4F5-2B09E7442D65}" srcOrd="1" destOrd="0" presId="urn:microsoft.com/office/officeart/2005/8/layout/list1"/>
    <dgm:cxn modelId="{B9CCFB19-182F-4BFD-9D56-5F927E3D2432}" type="presParOf" srcId="{0B5F35BC-773D-4759-A54F-51B3066B567D}" destId="{A900E002-A269-4DA0-B258-B4E3C353BBDD}" srcOrd="1" destOrd="0" presId="urn:microsoft.com/office/officeart/2005/8/layout/list1"/>
    <dgm:cxn modelId="{CACC5C19-7843-4F61-98DE-93F5C8095CE6}" type="presParOf" srcId="{0B5F35BC-773D-4759-A54F-51B3066B567D}" destId="{8B9A504C-2753-433E-917B-D495E1EDD3BD}" srcOrd="2" destOrd="0" presId="urn:microsoft.com/office/officeart/2005/8/layout/list1"/>
    <dgm:cxn modelId="{76A3D399-D5EF-425D-894D-B01E49667A3A}" type="presParOf" srcId="{0B5F35BC-773D-4759-A54F-51B3066B567D}" destId="{307E84AD-6921-47E0-A931-C19B8DCFDBC6}" srcOrd="3" destOrd="0" presId="urn:microsoft.com/office/officeart/2005/8/layout/list1"/>
    <dgm:cxn modelId="{EBE73975-5EB9-4EBF-B53C-A8857FD527E9}" type="presParOf" srcId="{0B5F35BC-773D-4759-A54F-51B3066B567D}" destId="{67939F25-CDAB-46DC-A9DF-A4C63C775F7C}" srcOrd="4" destOrd="0" presId="urn:microsoft.com/office/officeart/2005/8/layout/list1"/>
    <dgm:cxn modelId="{DA6EED5D-75D8-4828-9256-9F8D9FA6D7C0}" type="presParOf" srcId="{67939F25-CDAB-46DC-A9DF-A4C63C775F7C}" destId="{FD6B9610-6286-4501-998F-29CD9367A41C}" srcOrd="0" destOrd="0" presId="urn:microsoft.com/office/officeart/2005/8/layout/list1"/>
    <dgm:cxn modelId="{01CAB60A-4211-410D-AB1C-3D429CF9B835}" type="presParOf" srcId="{67939F25-CDAB-46DC-A9DF-A4C63C775F7C}" destId="{AA0363BD-CC8F-4C23-AB86-BE44460DE583}" srcOrd="1" destOrd="0" presId="urn:microsoft.com/office/officeart/2005/8/layout/list1"/>
    <dgm:cxn modelId="{B6F72FB0-EDA8-4D19-A78C-913ADA8273AA}" type="presParOf" srcId="{0B5F35BC-773D-4759-A54F-51B3066B567D}" destId="{EF6A6E13-6588-44E4-946C-19CD566208F2}" srcOrd="5" destOrd="0" presId="urn:microsoft.com/office/officeart/2005/8/layout/list1"/>
    <dgm:cxn modelId="{1A134ABD-8E80-40BE-A368-17C74514397A}" type="presParOf" srcId="{0B5F35BC-773D-4759-A54F-51B3066B567D}" destId="{2ABA4726-3D48-43DA-B0B2-46DA877ACCE6}" srcOrd="6" destOrd="0" presId="urn:microsoft.com/office/officeart/2005/8/layout/list1"/>
    <dgm:cxn modelId="{0105157B-463C-49F4-A4A2-E3EE9B5741EA}" type="presParOf" srcId="{0B5F35BC-773D-4759-A54F-51B3066B567D}" destId="{108CE222-3A23-4F61-9C78-ACBBB18B47F6}" srcOrd="7" destOrd="0" presId="urn:microsoft.com/office/officeart/2005/8/layout/list1"/>
    <dgm:cxn modelId="{D23FA834-0B50-451F-A466-5BACFE856C15}" type="presParOf" srcId="{0B5F35BC-773D-4759-A54F-51B3066B567D}" destId="{12322D08-B1A8-4CE4-A630-8CD8C4CD6D6B}" srcOrd="8" destOrd="0" presId="urn:microsoft.com/office/officeart/2005/8/layout/list1"/>
    <dgm:cxn modelId="{B31F857E-5372-4A63-A7F4-6699071DD6F9}" type="presParOf" srcId="{12322D08-B1A8-4CE4-A630-8CD8C4CD6D6B}" destId="{48A305C8-6A29-4A41-8530-88AFFA6EEF7C}" srcOrd="0" destOrd="0" presId="urn:microsoft.com/office/officeart/2005/8/layout/list1"/>
    <dgm:cxn modelId="{9BF6507D-72D2-48EF-8FB4-157F8F54F0B9}" type="presParOf" srcId="{12322D08-B1A8-4CE4-A630-8CD8C4CD6D6B}" destId="{A7964687-CF9D-49A4-AEBD-480EC9BB6BCA}" srcOrd="1" destOrd="0" presId="urn:microsoft.com/office/officeart/2005/8/layout/list1"/>
    <dgm:cxn modelId="{AFB08E12-6CF3-4B9D-AA3C-0A4579A9456B}" type="presParOf" srcId="{0B5F35BC-773D-4759-A54F-51B3066B567D}" destId="{1543D152-4529-4E35-98D3-DDB83A7B2959}" srcOrd="9" destOrd="0" presId="urn:microsoft.com/office/officeart/2005/8/layout/list1"/>
    <dgm:cxn modelId="{02592D97-F407-48AE-851D-D5926356076A}" type="presParOf" srcId="{0B5F35BC-773D-4759-A54F-51B3066B567D}" destId="{A4F6E0ED-7151-4F55-9AB8-BE39D865327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E9804-8DE3-4EEA-8505-8E36DF33C6A6}">
      <dsp:nvSpPr>
        <dsp:cNvPr id="0" name=""/>
        <dsp:cNvSpPr/>
      </dsp:nvSpPr>
      <dsp:spPr>
        <a:xfrm>
          <a:off x="131179" y="2963"/>
          <a:ext cx="4365615" cy="6219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s-ES" sz="2800" kern="1200" dirty="0"/>
            <a:t>Modelo</a:t>
          </a:r>
        </a:p>
      </dsp:txBody>
      <dsp:txXfrm>
        <a:off x="149395" y="21179"/>
        <a:ext cx="4329183" cy="585508"/>
      </dsp:txXfrm>
    </dsp:sp>
    <dsp:sp modelId="{5D5E99E6-9833-40FB-8A68-41ACC9F94DB6}">
      <dsp:nvSpPr>
        <dsp:cNvPr id="0" name=""/>
        <dsp:cNvSpPr/>
      </dsp:nvSpPr>
      <dsp:spPr>
        <a:xfrm>
          <a:off x="567741" y="624903"/>
          <a:ext cx="436561" cy="386174"/>
        </a:xfrm>
        <a:custGeom>
          <a:avLst/>
          <a:gdLst/>
          <a:ahLst/>
          <a:cxnLst/>
          <a:rect l="0" t="0" r="0" b="0"/>
          <a:pathLst>
            <a:path>
              <a:moveTo>
                <a:pt x="0" y="0"/>
              </a:moveTo>
              <a:lnTo>
                <a:pt x="0" y="386174"/>
              </a:lnTo>
              <a:lnTo>
                <a:pt x="436561" y="38617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FC88E1-9D0F-4195-AC5D-CCE74F4778F8}">
      <dsp:nvSpPr>
        <dsp:cNvPr id="0" name=""/>
        <dsp:cNvSpPr/>
      </dsp:nvSpPr>
      <dsp:spPr>
        <a:xfrm>
          <a:off x="1004303" y="700107"/>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dirty="0"/>
            <a:t>Adición del coeficiente de fricción (b)</a:t>
          </a:r>
        </a:p>
      </dsp:txBody>
      <dsp:txXfrm>
        <a:off x="1022519" y="718323"/>
        <a:ext cx="3456060" cy="585508"/>
      </dsp:txXfrm>
    </dsp:sp>
    <dsp:sp modelId="{E7C97F25-335A-425C-A504-9D47429891FC}">
      <dsp:nvSpPr>
        <dsp:cNvPr id="0" name=""/>
        <dsp:cNvSpPr/>
      </dsp:nvSpPr>
      <dsp:spPr>
        <a:xfrm>
          <a:off x="567741" y="624903"/>
          <a:ext cx="436561" cy="1083319"/>
        </a:xfrm>
        <a:custGeom>
          <a:avLst/>
          <a:gdLst/>
          <a:ahLst/>
          <a:cxnLst/>
          <a:rect l="0" t="0" r="0" b="0"/>
          <a:pathLst>
            <a:path>
              <a:moveTo>
                <a:pt x="0" y="0"/>
              </a:moveTo>
              <a:lnTo>
                <a:pt x="0" y="1083319"/>
              </a:lnTo>
              <a:lnTo>
                <a:pt x="436561" y="108331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247B85-D5CD-4CBC-BD07-75B990BFC8A3}">
      <dsp:nvSpPr>
        <dsp:cNvPr id="0" name=""/>
        <dsp:cNvSpPr/>
      </dsp:nvSpPr>
      <dsp:spPr>
        <a:xfrm>
          <a:off x="1004303" y="1397252"/>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dirty="0"/>
            <a:t>Adición de las relaciones Ec, U y total (Et = Ec + U) </a:t>
          </a:r>
        </a:p>
      </dsp:txBody>
      <dsp:txXfrm>
        <a:off x="1022519" y="1415468"/>
        <a:ext cx="3456060" cy="585508"/>
      </dsp:txXfrm>
    </dsp:sp>
    <dsp:sp modelId="{EDF8AA2E-3950-48F8-8D25-2618CE5A04FD}">
      <dsp:nvSpPr>
        <dsp:cNvPr id="0" name=""/>
        <dsp:cNvSpPr/>
      </dsp:nvSpPr>
      <dsp:spPr>
        <a:xfrm>
          <a:off x="567741" y="624903"/>
          <a:ext cx="436561" cy="1780464"/>
        </a:xfrm>
        <a:custGeom>
          <a:avLst/>
          <a:gdLst/>
          <a:ahLst/>
          <a:cxnLst/>
          <a:rect l="0" t="0" r="0" b="0"/>
          <a:pathLst>
            <a:path>
              <a:moveTo>
                <a:pt x="0" y="0"/>
              </a:moveTo>
              <a:lnTo>
                <a:pt x="0" y="1780464"/>
              </a:lnTo>
              <a:lnTo>
                <a:pt x="436561" y="178046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8A3F69-D430-4C6D-AC51-17E768516893}">
      <dsp:nvSpPr>
        <dsp:cNvPr id="0" name=""/>
        <dsp:cNvSpPr/>
      </dsp:nvSpPr>
      <dsp:spPr>
        <a:xfrm>
          <a:off x="1004303" y="2094397"/>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dirty="0"/>
            <a:t>Inclusión de la variable velocidad </a:t>
          </a:r>
        </a:p>
      </dsp:txBody>
      <dsp:txXfrm>
        <a:off x="1022519" y="2112613"/>
        <a:ext cx="3456060" cy="585508"/>
      </dsp:txXfrm>
    </dsp:sp>
    <dsp:sp modelId="{1703BCCB-39EF-494F-AA3A-8E69002A97D2}">
      <dsp:nvSpPr>
        <dsp:cNvPr id="0" name=""/>
        <dsp:cNvSpPr/>
      </dsp:nvSpPr>
      <dsp:spPr>
        <a:xfrm>
          <a:off x="567741" y="624903"/>
          <a:ext cx="436561" cy="2477608"/>
        </a:xfrm>
        <a:custGeom>
          <a:avLst/>
          <a:gdLst/>
          <a:ahLst/>
          <a:cxnLst/>
          <a:rect l="0" t="0" r="0" b="0"/>
          <a:pathLst>
            <a:path>
              <a:moveTo>
                <a:pt x="0" y="0"/>
              </a:moveTo>
              <a:lnTo>
                <a:pt x="0" y="2477608"/>
              </a:lnTo>
              <a:lnTo>
                <a:pt x="436561" y="2477608"/>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3D8BE9-4892-4C03-8220-E64C7D209F6C}">
      <dsp:nvSpPr>
        <dsp:cNvPr id="0" name=""/>
        <dsp:cNvSpPr/>
      </dsp:nvSpPr>
      <dsp:spPr>
        <a:xfrm>
          <a:off x="1004303" y="2791542"/>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a:t>Cambio en el valor máximo de longitud del péndulo</a:t>
          </a:r>
        </a:p>
      </dsp:txBody>
      <dsp:txXfrm>
        <a:off x="1022519" y="2809758"/>
        <a:ext cx="3456060" cy="585508"/>
      </dsp:txXfrm>
    </dsp:sp>
    <dsp:sp modelId="{69B74E94-2181-4E1D-87E0-B5CE28C2F75A}">
      <dsp:nvSpPr>
        <dsp:cNvPr id="0" name=""/>
        <dsp:cNvSpPr/>
      </dsp:nvSpPr>
      <dsp:spPr>
        <a:xfrm>
          <a:off x="4647205" y="2963"/>
          <a:ext cx="4365615" cy="6219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s-ES" sz="2800" kern="1200" dirty="0"/>
            <a:t>Vista</a:t>
          </a:r>
        </a:p>
      </dsp:txBody>
      <dsp:txXfrm>
        <a:off x="4665421" y="21179"/>
        <a:ext cx="4329183" cy="585508"/>
      </dsp:txXfrm>
    </dsp:sp>
    <dsp:sp modelId="{8C6D2BC8-369F-436D-805C-1D148EFA847A}">
      <dsp:nvSpPr>
        <dsp:cNvPr id="0" name=""/>
        <dsp:cNvSpPr/>
      </dsp:nvSpPr>
      <dsp:spPr>
        <a:xfrm>
          <a:off x="5083766" y="624903"/>
          <a:ext cx="436561" cy="386174"/>
        </a:xfrm>
        <a:custGeom>
          <a:avLst/>
          <a:gdLst/>
          <a:ahLst/>
          <a:cxnLst/>
          <a:rect l="0" t="0" r="0" b="0"/>
          <a:pathLst>
            <a:path>
              <a:moveTo>
                <a:pt x="0" y="0"/>
              </a:moveTo>
              <a:lnTo>
                <a:pt x="0" y="386174"/>
              </a:lnTo>
              <a:lnTo>
                <a:pt x="436561" y="38617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811D0D-1D52-41D5-BCEA-2253DF1FD9AC}">
      <dsp:nvSpPr>
        <dsp:cNvPr id="0" name=""/>
        <dsp:cNvSpPr/>
      </dsp:nvSpPr>
      <dsp:spPr>
        <a:xfrm>
          <a:off x="5520328" y="700107"/>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Font typeface="+mj-lt"/>
            <a:buNone/>
          </a:pPr>
          <a:r>
            <a:rPr lang="es-ES" sz="1600" kern="1200" dirty="0"/>
            <a:t>Cambio del color de fondo</a:t>
          </a:r>
        </a:p>
      </dsp:txBody>
      <dsp:txXfrm>
        <a:off x="5538544" y="718323"/>
        <a:ext cx="3456060" cy="585508"/>
      </dsp:txXfrm>
    </dsp:sp>
    <dsp:sp modelId="{4B8D428B-B901-44A6-8C8A-EAA9846C1782}">
      <dsp:nvSpPr>
        <dsp:cNvPr id="0" name=""/>
        <dsp:cNvSpPr/>
      </dsp:nvSpPr>
      <dsp:spPr>
        <a:xfrm>
          <a:off x="5083766" y="624903"/>
          <a:ext cx="436561" cy="1083319"/>
        </a:xfrm>
        <a:custGeom>
          <a:avLst/>
          <a:gdLst/>
          <a:ahLst/>
          <a:cxnLst/>
          <a:rect l="0" t="0" r="0" b="0"/>
          <a:pathLst>
            <a:path>
              <a:moveTo>
                <a:pt x="0" y="0"/>
              </a:moveTo>
              <a:lnTo>
                <a:pt x="0" y="1083319"/>
              </a:lnTo>
              <a:lnTo>
                <a:pt x="436561" y="108331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689A2F-C9F7-4DC2-87CE-E2FF9840A73C}">
      <dsp:nvSpPr>
        <dsp:cNvPr id="0" name=""/>
        <dsp:cNvSpPr/>
      </dsp:nvSpPr>
      <dsp:spPr>
        <a:xfrm>
          <a:off x="5520328" y="1397252"/>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Font typeface="+mj-lt"/>
            <a:buNone/>
          </a:pPr>
          <a:r>
            <a:rPr lang="es-ES" sz="1600" kern="1200" dirty="0"/>
            <a:t>Cambios y/o traducciones en los títulos</a:t>
          </a:r>
        </a:p>
      </dsp:txBody>
      <dsp:txXfrm>
        <a:off x="5538544" y="1415468"/>
        <a:ext cx="3456060" cy="585508"/>
      </dsp:txXfrm>
    </dsp:sp>
    <dsp:sp modelId="{FAB3601A-F755-4AC7-8B34-5FF4A0F4D022}">
      <dsp:nvSpPr>
        <dsp:cNvPr id="0" name=""/>
        <dsp:cNvSpPr/>
      </dsp:nvSpPr>
      <dsp:spPr>
        <a:xfrm>
          <a:off x="5083766" y="624903"/>
          <a:ext cx="436561" cy="1780464"/>
        </a:xfrm>
        <a:custGeom>
          <a:avLst/>
          <a:gdLst/>
          <a:ahLst/>
          <a:cxnLst/>
          <a:rect l="0" t="0" r="0" b="0"/>
          <a:pathLst>
            <a:path>
              <a:moveTo>
                <a:pt x="0" y="0"/>
              </a:moveTo>
              <a:lnTo>
                <a:pt x="0" y="1780464"/>
              </a:lnTo>
              <a:lnTo>
                <a:pt x="436561" y="178046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27EC0B-92CD-43DF-BB5A-DA8CDDA28398}">
      <dsp:nvSpPr>
        <dsp:cNvPr id="0" name=""/>
        <dsp:cNvSpPr/>
      </dsp:nvSpPr>
      <dsp:spPr>
        <a:xfrm>
          <a:off x="5520328" y="2094397"/>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dirty="0"/>
            <a:t>Posibilidad de cambiar los valores de b y m mediante una barra deslizadora</a:t>
          </a:r>
        </a:p>
      </dsp:txBody>
      <dsp:txXfrm>
        <a:off x="5538544" y="2112613"/>
        <a:ext cx="3456060" cy="585508"/>
      </dsp:txXfrm>
    </dsp:sp>
    <dsp:sp modelId="{0A4BE600-EE68-4884-9908-F9279C17F449}">
      <dsp:nvSpPr>
        <dsp:cNvPr id="0" name=""/>
        <dsp:cNvSpPr/>
      </dsp:nvSpPr>
      <dsp:spPr>
        <a:xfrm>
          <a:off x="5083766" y="624903"/>
          <a:ext cx="436561" cy="2477608"/>
        </a:xfrm>
        <a:custGeom>
          <a:avLst/>
          <a:gdLst/>
          <a:ahLst/>
          <a:cxnLst/>
          <a:rect l="0" t="0" r="0" b="0"/>
          <a:pathLst>
            <a:path>
              <a:moveTo>
                <a:pt x="0" y="0"/>
              </a:moveTo>
              <a:lnTo>
                <a:pt x="0" y="2477608"/>
              </a:lnTo>
              <a:lnTo>
                <a:pt x="436561" y="2477608"/>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BEEF8F-4B57-4C1C-A0E5-CAC0AE174785}">
      <dsp:nvSpPr>
        <dsp:cNvPr id="0" name=""/>
        <dsp:cNvSpPr/>
      </dsp:nvSpPr>
      <dsp:spPr>
        <a:xfrm>
          <a:off x="5520328" y="2791542"/>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dirty="0"/>
            <a:t>Adición de la gráfica de Ec, U y Et vs tiempo </a:t>
          </a:r>
        </a:p>
      </dsp:txBody>
      <dsp:txXfrm>
        <a:off x="5538544" y="2809758"/>
        <a:ext cx="3456060" cy="585508"/>
      </dsp:txXfrm>
    </dsp:sp>
    <dsp:sp modelId="{2A4E6FFD-5CC0-40B2-A9AE-07298EFD50B6}">
      <dsp:nvSpPr>
        <dsp:cNvPr id="0" name=""/>
        <dsp:cNvSpPr/>
      </dsp:nvSpPr>
      <dsp:spPr>
        <a:xfrm>
          <a:off x="5083766" y="624903"/>
          <a:ext cx="436561" cy="3174753"/>
        </a:xfrm>
        <a:custGeom>
          <a:avLst/>
          <a:gdLst/>
          <a:ahLst/>
          <a:cxnLst/>
          <a:rect l="0" t="0" r="0" b="0"/>
          <a:pathLst>
            <a:path>
              <a:moveTo>
                <a:pt x="0" y="0"/>
              </a:moveTo>
              <a:lnTo>
                <a:pt x="0" y="3174753"/>
              </a:lnTo>
              <a:lnTo>
                <a:pt x="436561" y="317475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1ECC8F-3F5C-49B4-AF5E-91E797A857B0}">
      <dsp:nvSpPr>
        <dsp:cNvPr id="0" name=""/>
        <dsp:cNvSpPr/>
      </dsp:nvSpPr>
      <dsp:spPr>
        <a:xfrm>
          <a:off x="5520328" y="3488686"/>
          <a:ext cx="3492492" cy="62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kern="1200" dirty="0"/>
            <a:t>Adición de gráfica de velocidad y posición vs tiempo</a:t>
          </a:r>
        </a:p>
      </dsp:txBody>
      <dsp:txXfrm>
        <a:off x="5538544" y="3506902"/>
        <a:ext cx="3456060" cy="5855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9A504C-2753-433E-917B-D495E1EDD3BD}">
      <dsp:nvSpPr>
        <dsp:cNvPr id="0" name=""/>
        <dsp:cNvSpPr/>
      </dsp:nvSpPr>
      <dsp:spPr>
        <a:xfrm>
          <a:off x="0" y="1596573"/>
          <a:ext cx="9318487" cy="554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E365D1-5AFA-4557-A4F5-2B09E7442D65}">
      <dsp:nvSpPr>
        <dsp:cNvPr id="0" name=""/>
        <dsp:cNvSpPr/>
      </dsp:nvSpPr>
      <dsp:spPr>
        <a:xfrm>
          <a:off x="465924" y="1271853"/>
          <a:ext cx="6522940" cy="6494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552" tIns="0" rIns="246552" bIns="0" numCol="1" spcCol="1270" anchor="ctr" anchorCtr="0">
          <a:noAutofit/>
        </a:bodyPr>
        <a:lstStyle/>
        <a:p>
          <a:pPr marL="0" lvl="0" indent="0" algn="l" defTabSz="977900">
            <a:lnSpc>
              <a:spcPct val="90000"/>
            </a:lnSpc>
            <a:spcBef>
              <a:spcPct val="0"/>
            </a:spcBef>
            <a:spcAft>
              <a:spcPct val="35000"/>
            </a:spcAft>
            <a:buFont typeface="+mj-lt"/>
            <a:buNone/>
          </a:pPr>
          <a:r>
            <a:rPr lang="es-ES" sz="2200" b="1" kern="1200" dirty="0"/>
            <a:t>Aumento del valor del coeficiente de rozamiento</a:t>
          </a:r>
          <a:endParaRPr lang="es-ES" sz="2200" kern="1200" dirty="0"/>
        </a:p>
      </dsp:txBody>
      <dsp:txXfrm>
        <a:off x="497627" y="1303556"/>
        <a:ext cx="6459534" cy="586034"/>
      </dsp:txXfrm>
    </dsp:sp>
    <dsp:sp modelId="{2ABA4726-3D48-43DA-B0B2-46DA877ACCE6}">
      <dsp:nvSpPr>
        <dsp:cNvPr id="0" name=""/>
        <dsp:cNvSpPr/>
      </dsp:nvSpPr>
      <dsp:spPr>
        <a:xfrm>
          <a:off x="0" y="2594493"/>
          <a:ext cx="9318487" cy="554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0363BD-CC8F-4C23-AB86-BE44460DE583}">
      <dsp:nvSpPr>
        <dsp:cNvPr id="0" name=""/>
        <dsp:cNvSpPr/>
      </dsp:nvSpPr>
      <dsp:spPr>
        <a:xfrm>
          <a:off x="465924" y="2269773"/>
          <a:ext cx="6522940" cy="6494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552" tIns="0" rIns="246552" bIns="0" numCol="1" spcCol="1270" anchor="ctr" anchorCtr="0">
          <a:noAutofit/>
        </a:bodyPr>
        <a:lstStyle/>
        <a:p>
          <a:pPr marL="0" lvl="0" indent="0" algn="l" defTabSz="977900">
            <a:lnSpc>
              <a:spcPct val="90000"/>
            </a:lnSpc>
            <a:spcBef>
              <a:spcPct val="0"/>
            </a:spcBef>
            <a:spcAft>
              <a:spcPct val="35000"/>
            </a:spcAft>
            <a:buFont typeface="+mj-lt"/>
            <a:buNone/>
          </a:pPr>
          <a:r>
            <a:rPr lang="es-ES" sz="2200" b="1" kern="1200" dirty="0"/>
            <a:t>Aumento de la masa del cuerpo al final de la varilla</a:t>
          </a:r>
          <a:endParaRPr lang="es-ES" sz="2200" kern="1200" dirty="0"/>
        </a:p>
      </dsp:txBody>
      <dsp:txXfrm>
        <a:off x="497627" y="2301476"/>
        <a:ext cx="6459534" cy="586034"/>
      </dsp:txXfrm>
    </dsp:sp>
    <dsp:sp modelId="{A4F6E0ED-7151-4F55-9AB8-BE39D865327B}">
      <dsp:nvSpPr>
        <dsp:cNvPr id="0" name=""/>
        <dsp:cNvSpPr/>
      </dsp:nvSpPr>
      <dsp:spPr>
        <a:xfrm>
          <a:off x="0" y="3592413"/>
          <a:ext cx="9318487" cy="554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964687-CF9D-49A4-AEBD-480EC9BB6BCA}">
      <dsp:nvSpPr>
        <dsp:cNvPr id="0" name=""/>
        <dsp:cNvSpPr/>
      </dsp:nvSpPr>
      <dsp:spPr>
        <a:xfrm>
          <a:off x="465924" y="3267693"/>
          <a:ext cx="6522940" cy="6494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552" tIns="0" rIns="246552" bIns="0" numCol="1" spcCol="1270" anchor="ctr" anchorCtr="0">
          <a:noAutofit/>
        </a:bodyPr>
        <a:lstStyle/>
        <a:p>
          <a:pPr marL="0" lvl="0" indent="0" algn="l" defTabSz="977900">
            <a:lnSpc>
              <a:spcPct val="90000"/>
            </a:lnSpc>
            <a:spcBef>
              <a:spcPct val="0"/>
            </a:spcBef>
            <a:spcAft>
              <a:spcPct val="35000"/>
            </a:spcAft>
            <a:buFont typeface="+mj-lt"/>
            <a:buNone/>
          </a:pPr>
          <a:r>
            <a:rPr lang="es-ES" sz="2200" b="1" kern="1200" dirty="0"/>
            <a:t>Variación de la longitud de la varilla</a:t>
          </a:r>
          <a:endParaRPr lang="es-ES" sz="2200" kern="1200" dirty="0"/>
        </a:p>
      </dsp:txBody>
      <dsp:txXfrm>
        <a:off x="497627" y="3299396"/>
        <a:ext cx="6459534" cy="5860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A2C1E-6B32-453C-8F17-1A536E38FCBF}" type="datetimeFigureOut">
              <a:rPr lang="es-ES" smtClean="0"/>
              <a:t>15/05/2024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0FFA99-6843-4EA3-A871-1BD343D89525}" type="slidenum">
              <a:rPr lang="es-ES" smtClean="0"/>
              <a:t>‹Nº›</a:t>
            </a:fld>
            <a:endParaRPr lang="es-ES"/>
          </a:p>
        </p:txBody>
      </p:sp>
    </p:spTree>
    <p:extLst>
      <p:ext uri="{BB962C8B-B14F-4D97-AF65-F5344CB8AC3E}">
        <p14:creationId xmlns:p14="http://schemas.microsoft.com/office/powerpoint/2010/main" val="192581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effectLst/>
                <a:latin typeface="Times New Roman" panose="02020603050405020304" pitchFamily="18" charset="0"/>
                <a:ea typeface="Times New Roman" panose="02020603050405020304" pitchFamily="18" charset="0"/>
                <a:cs typeface="Times New Roman" panose="02020603050405020304" pitchFamily="18" charset="0"/>
              </a:rPr>
              <a:t>Como se puede ver en la gráfica de la figura 5 y como es de esperarse, al añadirse la acción de la fuerza de rozamiento en el modelo y con el paso del tiempo, las energías cinéticas y potencial del sistema disminuyen conforme disminuyen la velocidad y la altura que alcanza el péndulo.</a:t>
            </a:r>
          </a:p>
          <a:p>
            <a:endParaRPr lang="es-ES" dirty="0"/>
          </a:p>
        </p:txBody>
      </p:sp>
      <p:sp>
        <p:nvSpPr>
          <p:cNvPr id="4" name="Marcador de número de diapositiva 3"/>
          <p:cNvSpPr>
            <a:spLocks noGrp="1"/>
          </p:cNvSpPr>
          <p:nvPr>
            <p:ph type="sldNum" sz="quarter" idx="5"/>
          </p:nvPr>
        </p:nvSpPr>
        <p:spPr/>
        <p:txBody>
          <a:bodyPr/>
          <a:lstStyle/>
          <a:p>
            <a:fld id="{B80FFA99-6843-4EA3-A871-1BD343D89525}" type="slidenum">
              <a:rPr lang="es-ES" smtClean="0"/>
              <a:t>9</a:t>
            </a:fld>
            <a:endParaRPr lang="es-ES"/>
          </a:p>
        </p:txBody>
      </p:sp>
    </p:spTree>
    <p:extLst>
      <p:ext uri="{BB962C8B-B14F-4D97-AF65-F5344CB8AC3E}">
        <p14:creationId xmlns:p14="http://schemas.microsoft.com/office/powerpoint/2010/main" val="1837423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effectLst/>
                <a:latin typeface="Times New Roman" panose="02020603050405020304" pitchFamily="18" charset="0"/>
                <a:ea typeface="Times New Roman" panose="02020603050405020304" pitchFamily="18" charset="0"/>
                <a:cs typeface="Times New Roman" panose="02020603050405020304" pitchFamily="18" charset="0"/>
              </a:rPr>
              <a:t>para cada valor extremo de la posición en las x (magenta), la velocidad (verde), tiene valor cero. Esto se trata precisamente de cuando alcanza los extremos de la posición en el eje x, el péndulo se detiene por un instante antes de iniciar nuevamente su recorrido en sentido contrario.</a:t>
            </a:r>
          </a:p>
          <a:p>
            <a:endParaRPr lang="es-ES" dirty="0"/>
          </a:p>
        </p:txBody>
      </p:sp>
      <p:sp>
        <p:nvSpPr>
          <p:cNvPr id="4" name="Marcador de número de diapositiva 3"/>
          <p:cNvSpPr>
            <a:spLocks noGrp="1"/>
          </p:cNvSpPr>
          <p:nvPr>
            <p:ph type="sldNum" sz="quarter" idx="5"/>
          </p:nvPr>
        </p:nvSpPr>
        <p:spPr/>
        <p:txBody>
          <a:bodyPr/>
          <a:lstStyle/>
          <a:p>
            <a:fld id="{B80FFA99-6843-4EA3-A871-1BD343D89525}" type="slidenum">
              <a:rPr lang="es-ES" smtClean="0"/>
              <a:t>10</a:t>
            </a:fld>
            <a:endParaRPr lang="es-ES"/>
          </a:p>
        </p:txBody>
      </p:sp>
    </p:spTree>
    <p:extLst>
      <p:ext uri="{BB962C8B-B14F-4D97-AF65-F5344CB8AC3E}">
        <p14:creationId xmlns:p14="http://schemas.microsoft.com/office/powerpoint/2010/main" val="4067180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A424A1C-DDDB-4B82-BF7F-762B19D4FFDE}" type="datetimeFigureOut">
              <a:rPr lang="es-ES" smtClean="0"/>
              <a:t>15/05/2024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99E55AAC-B658-4371-841A-C68B36734F79}"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135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A424A1C-DDDB-4B82-BF7F-762B19D4FFDE}" type="datetimeFigureOut">
              <a:rPr lang="es-ES" smtClean="0"/>
              <a:t>15/05/2024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2292963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A424A1C-DDDB-4B82-BF7F-762B19D4FFDE}" type="datetimeFigureOut">
              <a:rPr lang="es-ES" smtClean="0"/>
              <a:t>15/05/2024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99E55AAC-B658-4371-841A-C68B36734F79}"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0745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A424A1C-DDDB-4B82-BF7F-762B19D4FFDE}" type="datetimeFigureOut">
              <a:rPr lang="es-ES" smtClean="0"/>
              <a:t>15/05/2024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849260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A424A1C-DDDB-4B82-BF7F-762B19D4FFDE}" type="datetimeFigureOut">
              <a:rPr lang="es-ES" smtClean="0"/>
              <a:t>15/05/2024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2958520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A424A1C-DDDB-4B82-BF7F-762B19D4FFDE}" type="datetimeFigureOut">
              <a:rPr lang="es-ES" smtClean="0"/>
              <a:t>15/05/2024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2101032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A424A1C-DDDB-4B82-BF7F-762B19D4FFDE}" type="datetimeFigureOut">
              <a:rPr lang="es-ES" smtClean="0"/>
              <a:t>15/05/2024</a:t>
            </a:fld>
            <a:endParaRPr lang="es-E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ES"/>
          </a:p>
        </p:txBody>
      </p:sp>
      <p:sp>
        <p:nvSpPr>
          <p:cNvPr id="9" name="Slide Number Placeholder 8"/>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1352092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A424A1C-DDDB-4B82-BF7F-762B19D4FFDE}" type="datetimeFigureOut">
              <a:rPr lang="es-ES" smtClean="0"/>
              <a:t>15/05/2024</a:t>
            </a:fld>
            <a:endParaRPr lang="es-E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E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9E55AAC-B658-4371-841A-C68B36734F79}" type="slidenum">
              <a:rPr lang="es-ES" smtClean="0"/>
              <a:t>‹Nº›</a:t>
            </a:fld>
            <a:endParaRPr lang="es-ES"/>
          </a:p>
        </p:txBody>
      </p:sp>
    </p:spTree>
    <p:extLst>
      <p:ext uri="{BB962C8B-B14F-4D97-AF65-F5344CB8AC3E}">
        <p14:creationId xmlns:p14="http://schemas.microsoft.com/office/powerpoint/2010/main" val="3128233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A424A1C-DDDB-4B82-BF7F-762B19D4FFDE}" type="datetimeFigureOut">
              <a:rPr lang="es-ES" smtClean="0"/>
              <a:t>15/05/2024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2699872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A424A1C-DDDB-4B82-BF7F-762B19D4FFDE}" type="datetimeFigureOut">
              <a:rPr lang="es-ES" smtClean="0"/>
              <a:t>15/05/2024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3377755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A424A1C-DDDB-4B82-BF7F-762B19D4FFDE}" type="datetimeFigureOut">
              <a:rPr lang="es-ES" smtClean="0"/>
              <a:t>15/05/2024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99E55AAC-B658-4371-841A-C68B36734F79}" type="slidenum">
              <a:rPr lang="es-ES" smtClean="0"/>
              <a:t>‹Nº›</a:t>
            </a:fld>
            <a:endParaRPr lang="es-ES"/>
          </a:p>
        </p:txBody>
      </p:sp>
    </p:spTree>
    <p:extLst>
      <p:ext uri="{BB962C8B-B14F-4D97-AF65-F5344CB8AC3E}">
        <p14:creationId xmlns:p14="http://schemas.microsoft.com/office/powerpoint/2010/main" val="3648044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A424A1C-DDDB-4B82-BF7F-762B19D4FFDE}" type="datetimeFigureOut">
              <a:rPr lang="es-ES" smtClean="0"/>
              <a:t>15/05/2024</a:t>
            </a:fld>
            <a:endParaRPr lang="es-E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E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9E55AAC-B658-4371-841A-C68B36734F79}"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03184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6.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7.wdp"/></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4.png"/><Relationship Id="rId1" Type="http://schemas.openxmlformats.org/officeDocument/2006/relationships/slideLayout" Target="../slideLayouts/slideLayout7.xml"/><Relationship Id="rId5" Type="http://schemas.microsoft.com/office/2007/relationships/hdphoto" Target="../media/hdphoto9.wdp"/><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AAB86C-90F2-4FB6-ABF6-530C94E5DF9E}"/>
              </a:ext>
            </a:extLst>
          </p:cNvPr>
          <p:cNvSpPr>
            <a:spLocks noGrp="1"/>
          </p:cNvSpPr>
          <p:nvPr>
            <p:ph type="ctrTitle"/>
          </p:nvPr>
        </p:nvSpPr>
        <p:spPr/>
        <p:txBody>
          <a:bodyPr/>
          <a:lstStyle/>
          <a:p>
            <a:r>
              <a:rPr lang="es-ES" dirty="0">
                <a:solidFill>
                  <a:schemeClr val="accent1">
                    <a:lumMod val="75000"/>
                  </a:schemeClr>
                </a:solidFill>
              </a:rPr>
              <a:t>Péndulo simple</a:t>
            </a:r>
          </a:p>
        </p:txBody>
      </p:sp>
      <p:sp>
        <p:nvSpPr>
          <p:cNvPr id="3" name="Subtítulo 2">
            <a:extLst>
              <a:ext uri="{FF2B5EF4-FFF2-40B4-BE49-F238E27FC236}">
                <a16:creationId xmlns:a16="http://schemas.microsoft.com/office/drawing/2014/main" id="{7606AE74-A318-4A62-8C5F-E60A7E98F5A0}"/>
              </a:ext>
            </a:extLst>
          </p:cNvPr>
          <p:cNvSpPr>
            <a:spLocks noGrp="1"/>
          </p:cNvSpPr>
          <p:nvPr>
            <p:ph type="subTitle" idx="1"/>
          </p:nvPr>
        </p:nvSpPr>
        <p:spPr/>
        <p:txBody>
          <a:bodyPr/>
          <a:lstStyle/>
          <a:p>
            <a:r>
              <a:rPr lang="es-ES" dirty="0"/>
              <a:t>Trabajo final </a:t>
            </a:r>
            <a:r>
              <a:rPr lang="es-ES" dirty="0" err="1"/>
              <a:t>easy</a:t>
            </a:r>
            <a:r>
              <a:rPr lang="es-ES" dirty="0"/>
              <a:t> java Simulations (</a:t>
            </a:r>
            <a:r>
              <a:rPr lang="es-ES" dirty="0" err="1"/>
              <a:t>ejs</a:t>
            </a:r>
            <a:r>
              <a:rPr lang="es-ES" dirty="0"/>
              <a:t>)</a:t>
            </a:r>
          </a:p>
        </p:txBody>
      </p:sp>
      <p:sp>
        <p:nvSpPr>
          <p:cNvPr id="4" name="CuadroTexto 3">
            <a:extLst>
              <a:ext uri="{FF2B5EF4-FFF2-40B4-BE49-F238E27FC236}">
                <a16:creationId xmlns:a16="http://schemas.microsoft.com/office/drawing/2014/main" id="{80E98ED7-423B-455B-89DD-2289C96324FB}"/>
              </a:ext>
            </a:extLst>
          </p:cNvPr>
          <p:cNvSpPr txBox="1"/>
          <p:nvPr/>
        </p:nvSpPr>
        <p:spPr>
          <a:xfrm>
            <a:off x="1097280" y="5747657"/>
            <a:ext cx="4329404" cy="369332"/>
          </a:xfrm>
          <a:prstGeom prst="rect">
            <a:avLst/>
          </a:prstGeom>
          <a:noFill/>
        </p:spPr>
        <p:txBody>
          <a:bodyPr wrap="square" rtlCol="0">
            <a:spAutoFit/>
          </a:bodyPr>
          <a:lstStyle/>
          <a:p>
            <a:r>
              <a:rPr lang="es-ES" dirty="0"/>
              <a:t>Arlet Acosta González</a:t>
            </a:r>
          </a:p>
        </p:txBody>
      </p:sp>
      <p:pic>
        <p:nvPicPr>
          <p:cNvPr id="6" name="Imagen 5">
            <a:extLst>
              <a:ext uri="{FF2B5EF4-FFF2-40B4-BE49-F238E27FC236}">
                <a16:creationId xmlns:a16="http://schemas.microsoft.com/office/drawing/2014/main" id="{E8CD9073-D417-4369-9929-D0164513B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3959" y="343203"/>
            <a:ext cx="2533695" cy="700989"/>
          </a:xfrm>
          <a:prstGeom prst="rect">
            <a:avLst/>
          </a:prstGeom>
        </p:spPr>
      </p:pic>
      <p:pic>
        <p:nvPicPr>
          <p:cNvPr id="8" name="Imagen 7">
            <a:extLst>
              <a:ext uri="{FF2B5EF4-FFF2-40B4-BE49-F238E27FC236}">
                <a16:creationId xmlns:a16="http://schemas.microsoft.com/office/drawing/2014/main" id="{C0723124-9301-4862-81D7-BDB43C7EF3F3}"/>
              </a:ext>
            </a:extLst>
          </p:cNvPr>
          <p:cNvPicPr>
            <a:picLocks noChangeAspect="1"/>
          </p:cNvPicPr>
          <p:nvPr/>
        </p:nvPicPr>
        <p:blipFill>
          <a:blip r:embed="rId3"/>
          <a:stretch>
            <a:fillRect/>
          </a:stretch>
        </p:blipFill>
        <p:spPr>
          <a:xfrm>
            <a:off x="233266" y="162166"/>
            <a:ext cx="2460950" cy="1063064"/>
          </a:xfrm>
          <a:prstGeom prst="rect">
            <a:avLst/>
          </a:prstGeom>
        </p:spPr>
      </p:pic>
    </p:spTree>
    <p:extLst>
      <p:ext uri="{BB962C8B-B14F-4D97-AF65-F5344CB8AC3E}">
        <p14:creationId xmlns:p14="http://schemas.microsoft.com/office/powerpoint/2010/main" val="442124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00C0034-83AD-4723-9E2E-11ADCE866B0D}"/>
              </a:ext>
            </a:extLst>
          </p:cNvPr>
          <p:cNvSpPr txBox="1"/>
          <p:nvPr/>
        </p:nvSpPr>
        <p:spPr>
          <a:xfrm>
            <a:off x="546651" y="168718"/>
            <a:ext cx="11023307" cy="1255665"/>
          </a:xfrm>
          <a:prstGeom prst="rect">
            <a:avLst/>
          </a:prstGeom>
          <a:noFill/>
        </p:spPr>
        <p:txBody>
          <a:bodyPr wrap="square">
            <a:spAutoFit/>
          </a:bodyPr>
          <a:lstStyle/>
          <a:p>
            <a:pPr marL="274320" indent="-274320" algn="ctr">
              <a:lnSpc>
                <a:spcPct val="107000"/>
              </a:lnSpc>
              <a:spcBef>
                <a:spcPts val="1800"/>
              </a:spcBef>
              <a:spcAft>
                <a:spcPts val="800"/>
              </a:spcAft>
            </a:pPr>
            <a:r>
              <a:rPr lang="es-ES" sz="3600" kern="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ea typeface="Times New Roman" panose="02020603050405020304" pitchFamily="18" charset="0"/>
                <a:cs typeface="Times New Roman" panose="02020603050405020304" pitchFamily="18" charset="0"/>
              </a:rPr>
              <a:t>Descripción del sistema simulado y planteamiento teórico del modelo</a:t>
            </a:r>
          </a:p>
        </p:txBody>
      </p:sp>
      <p:sp>
        <p:nvSpPr>
          <p:cNvPr id="5" name="CuadroTexto 4">
            <a:extLst>
              <a:ext uri="{FF2B5EF4-FFF2-40B4-BE49-F238E27FC236}">
                <a16:creationId xmlns:a16="http://schemas.microsoft.com/office/drawing/2014/main" id="{FAB39688-77D2-4E68-B969-FA1419732211}"/>
              </a:ext>
            </a:extLst>
          </p:cNvPr>
          <p:cNvSpPr txBox="1"/>
          <p:nvPr/>
        </p:nvSpPr>
        <p:spPr>
          <a:xfrm>
            <a:off x="440482" y="1424383"/>
            <a:ext cx="11311034" cy="2345322"/>
          </a:xfrm>
          <a:prstGeom prst="rect">
            <a:avLst/>
          </a:prstGeom>
          <a:noFill/>
        </p:spPr>
        <p:txBody>
          <a:bodyPr wrap="square">
            <a:spAutoFit/>
          </a:bodyPr>
          <a:lstStyle/>
          <a:p>
            <a:pPr algn="just">
              <a:lnSpc>
                <a:spcPct val="150000"/>
              </a:lnSpc>
              <a:spcAft>
                <a:spcPts val="800"/>
              </a:spcAft>
            </a:pP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Un péndulo simple se construye colocando una masa </a:t>
            </a:r>
            <a:r>
              <a:rPr lang="es-ES" sz="2000" i="1" dirty="0">
                <a:effectLst/>
                <a:latin typeface="Times New Roman" panose="02020603050405020304" pitchFamily="18" charset="0"/>
                <a:ea typeface="Times New Roman" panose="02020603050405020304" pitchFamily="18" charset="0"/>
                <a:cs typeface="Times New Roman" panose="02020603050405020304" pitchFamily="18" charset="0"/>
              </a:rPr>
              <a:t>m</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 al final de una varilla de longitud </a:t>
            </a:r>
            <a:r>
              <a:rPr lang="es-ES" sz="2000" i="1" dirty="0">
                <a:effectLst/>
                <a:latin typeface="Times New Roman" panose="02020603050405020304" pitchFamily="18" charset="0"/>
                <a:ea typeface="Times New Roman" panose="02020603050405020304" pitchFamily="18" charset="0"/>
                <a:cs typeface="Times New Roman" panose="02020603050405020304" pitchFamily="18" charset="0"/>
              </a:rPr>
              <a:t>L</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  El sistema oscila alrededor de la posición vertical inferior debido a un torque τ sobre el pivote producido por la gravedad que actúa sobre la masa.  Aunque un péndulo oscila, el ángulo no puede ser descrito por funciones trigonométricas simples, excepto para ángulos pequeños.  La ley de Newton para la rotación plana establece que la aceleración angular α de un objeto es proporcional al torque τ aplicado a ese objeto </a:t>
            </a:r>
          </a:p>
        </p:txBody>
      </p:sp>
      <p:pic>
        <p:nvPicPr>
          <p:cNvPr id="7" name="Imagen 6">
            <a:extLst>
              <a:ext uri="{FF2B5EF4-FFF2-40B4-BE49-F238E27FC236}">
                <a16:creationId xmlns:a16="http://schemas.microsoft.com/office/drawing/2014/main" id="{05D241F1-4EDB-43EA-9585-0C517A054C3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957646" y="3817664"/>
            <a:ext cx="1138352" cy="393003"/>
          </a:xfrm>
          <a:prstGeom prst="rect">
            <a:avLst/>
          </a:prstGeom>
        </p:spPr>
      </p:pic>
      <p:sp>
        <p:nvSpPr>
          <p:cNvPr id="9" name="CuadroTexto 8">
            <a:extLst>
              <a:ext uri="{FF2B5EF4-FFF2-40B4-BE49-F238E27FC236}">
                <a16:creationId xmlns:a16="http://schemas.microsoft.com/office/drawing/2014/main" id="{E33590EA-C709-4FB6-804B-1FE7889C5571}"/>
              </a:ext>
            </a:extLst>
          </p:cNvPr>
          <p:cNvSpPr txBox="1"/>
          <p:nvPr/>
        </p:nvSpPr>
        <p:spPr>
          <a:xfrm>
            <a:off x="440481" y="4261187"/>
            <a:ext cx="11311033" cy="1421992"/>
          </a:xfrm>
          <a:prstGeom prst="rect">
            <a:avLst/>
          </a:prstGeom>
          <a:noFill/>
        </p:spPr>
        <p:txBody>
          <a:bodyPr wrap="square">
            <a:spAutoFit/>
          </a:bodyPr>
          <a:lstStyle/>
          <a:p>
            <a:pPr algn="just">
              <a:lnSpc>
                <a:spcPct val="150000"/>
              </a:lnSpc>
              <a:spcAft>
                <a:spcPts val="800"/>
              </a:spcAft>
            </a:pP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La constante de proporcionalidad I se conoce como momento de inercia y se puede demostrar que es I = mL</a:t>
            </a:r>
            <a:r>
              <a:rPr lang="es-ES" sz="2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 para una masa que está a una distancia L del punto de rotación.  La aplicación de la Segunda Ley de Newton para la rotación al péndulo conduce a la siguiente ecuación diferencial de segundo orden </a:t>
            </a:r>
          </a:p>
        </p:txBody>
      </p:sp>
      <p:pic>
        <p:nvPicPr>
          <p:cNvPr id="11" name="Imagen 10">
            <a:extLst>
              <a:ext uri="{FF2B5EF4-FFF2-40B4-BE49-F238E27FC236}">
                <a16:creationId xmlns:a16="http://schemas.microsoft.com/office/drawing/2014/main" id="{78B53878-9800-4ECB-9564-751FC5DE2DC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4502929" y="5683179"/>
            <a:ext cx="2678515" cy="624315"/>
          </a:xfrm>
          <a:prstGeom prst="rect">
            <a:avLst/>
          </a:prstGeom>
        </p:spPr>
      </p:pic>
    </p:spTree>
    <p:extLst>
      <p:ext uri="{BB962C8B-B14F-4D97-AF65-F5344CB8AC3E}">
        <p14:creationId xmlns:p14="http://schemas.microsoft.com/office/powerpoint/2010/main" val="1337973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E68CCADB-60DA-4013-BBAF-4D14B2C959CF}"/>
              </a:ext>
            </a:extLst>
          </p:cNvPr>
          <p:cNvGrpSpPr/>
          <p:nvPr/>
        </p:nvGrpSpPr>
        <p:grpSpPr>
          <a:xfrm>
            <a:off x="2108719" y="177280"/>
            <a:ext cx="7602014" cy="6223519"/>
            <a:chOff x="0" y="0"/>
            <a:chExt cx="7732643" cy="6456784"/>
          </a:xfrm>
        </p:grpSpPr>
        <p:pic>
          <p:nvPicPr>
            <p:cNvPr id="3" name="Imagen 2">
              <a:extLst>
                <a:ext uri="{FF2B5EF4-FFF2-40B4-BE49-F238E27FC236}">
                  <a16:creationId xmlns:a16="http://schemas.microsoft.com/office/drawing/2014/main" id="{DDCE4C06-59C9-4901-82BE-7C5A3991E5B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r="36576" b="5037"/>
            <a:stretch/>
          </p:blipFill>
          <p:spPr>
            <a:xfrm>
              <a:off x="0" y="0"/>
              <a:ext cx="7732643" cy="2875871"/>
            </a:xfrm>
            <a:prstGeom prst="rect">
              <a:avLst/>
            </a:prstGeom>
          </p:spPr>
        </p:pic>
        <p:pic>
          <p:nvPicPr>
            <p:cNvPr id="5" name="Imagen 4">
              <a:extLst>
                <a:ext uri="{FF2B5EF4-FFF2-40B4-BE49-F238E27FC236}">
                  <a16:creationId xmlns:a16="http://schemas.microsoft.com/office/drawing/2014/main" id="{3428B69E-09AD-4E10-BFB7-31983FF15467}"/>
                </a:ext>
              </a:extLst>
            </p:cNvPr>
            <p:cNvPicPr>
              <a:picLocks noChangeAspect="1"/>
            </p:cNvPicPr>
            <p:nvPr/>
          </p:nvPicPr>
          <p:blipFill rotWithShape="1">
            <a:blip r:embed="rId4"/>
            <a:srcRect l="-1" t="12188" r="36576" b="23270"/>
            <a:stretch/>
          </p:blipFill>
          <p:spPr>
            <a:xfrm>
              <a:off x="0" y="2922103"/>
              <a:ext cx="7732642" cy="3534681"/>
            </a:xfrm>
            <a:prstGeom prst="rect">
              <a:avLst/>
            </a:prstGeom>
          </p:spPr>
        </p:pic>
      </p:grpSp>
    </p:spTree>
    <p:extLst>
      <p:ext uri="{BB962C8B-B14F-4D97-AF65-F5344CB8AC3E}">
        <p14:creationId xmlns:p14="http://schemas.microsoft.com/office/powerpoint/2010/main" val="4073388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B4847E7-B3EE-4F3A-BC30-7D0AB1DA34D9}"/>
              </a:ext>
            </a:extLst>
          </p:cNvPr>
          <p:cNvSpPr txBox="1"/>
          <p:nvPr/>
        </p:nvSpPr>
        <p:spPr>
          <a:xfrm>
            <a:off x="646923" y="166479"/>
            <a:ext cx="10627568" cy="1255665"/>
          </a:xfrm>
          <a:prstGeom prst="rect">
            <a:avLst/>
          </a:prstGeom>
          <a:noFill/>
        </p:spPr>
        <p:txBody>
          <a:bodyPr wrap="square">
            <a:spAutoFit/>
          </a:bodyPr>
          <a:lstStyle/>
          <a:p>
            <a:pPr marL="274320" indent="-274320" algn="ctr">
              <a:lnSpc>
                <a:spcPct val="107000"/>
              </a:lnSpc>
              <a:spcBef>
                <a:spcPts val="1800"/>
              </a:spcBef>
              <a:spcAft>
                <a:spcPts val="800"/>
              </a:spcAft>
            </a:pPr>
            <a:r>
              <a:rPr lang="es-ES" sz="3600" kern="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ea typeface="Times New Roman" panose="02020603050405020304" pitchFamily="18" charset="0"/>
                <a:cs typeface="Times New Roman" panose="02020603050405020304" pitchFamily="18" charset="0"/>
              </a:rPr>
              <a:t>Detalles más representativos de la implementación y de las modificaciones realizadas (modelo y vista) </a:t>
            </a:r>
          </a:p>
        </p:txBody>
      </p:sp>
      <p:graphicFrame>
        <p:nvGraphicFramePr>
          <p:cNvPr id="4" name="Diagrama 3">
            <a:extLst>
              <a:ext uri="{FF2B5EF4-FFF2-40B4-BE49-F238E27FC236}">
                <a16:creationId xmlns:a16="http://schemas.microsoft.com/office/drawing/2014/main" id="{3030D3F7-65B8-49DB-AD44-E7A2CDEF3A01}"/>
              </a:ext>
            </a:extLst>
          </p:cNvPr>
          <p:cNvGraphicFramePr/>
          <p:nvPr>
            <p:extLst>
              <p:ext uri="{D42A27DB-BD31-4B8C-83A1-F6EECF244321}">
                <p14:modId xmlns:p14="http://schemas.microsoft.com/office/powerpoint/2010/main" val="1701389364"/>
              </p:ext>
            </p:extLst>
          </p:nvPr>
        </p:nvGraphicFramePr>
        <p:xfrm>
          <a:off x="1184986" y="1950098"/>
          <a:ext cx="9144001" cy="4113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701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9872C9E-D00F-48DB-AAE4-F2246B06F246}"/>
              </a:ext>
            </a:extLst>
          </p:cNvPr>
          <p:cNvSpPr/>
          <p:nvPr/>
        </p:nvSpPr>
        <p:spPr>
          <a:xfrm>
            <a:off x="564564" y="112168"/>
            <a:ext cx="1806905" cy="707886"/>
          </a:xfrm>
          <a:prstGeom prst="rect">
            <a:avLst/>
          </a:prstGeom>
          <a:noFill/>
        </p:spPr>
        <p:txBody>
          <a:bodyPr wrap="none" lIns="91440" tIns="45720" rIns="91440" bIns="45720">
            <a:spAutoFit/>
          </a:bodyPr>
          <a:lstStyle/>
          <a:p>
            <a:pPr algn="ctr"/>
            <a:r>
              <a:rPr lang="es-ES" sz="4000" b="0" u="sng" cap="none" spc="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rPr>
              <a:t>Modelo</a:t>
            </a:r>
          </a:p>
        </p:txBody>
      </p:sp>
      <p:sp>
        <p:nvSpPr>
          <p:cNvPr id="4" name="CuadroTexto 3">
            <a:extLst>
              <a:ext uri="{FF2B5EF4-FFF2-40B4-BE49-F238E27FC236}">
                <a16:creationId xmlns:a16="http://schemas.microsoft.com/office/drawing/2014/main" id="{C556C228-C3AA-4BEE-9AD9-4062BD06C59A}"/>
              </a:ext>
            </a:extLst>
          </p:cNvPr>
          <p:cNvSpPr txBox="1"/>
          <p:nvPr/>
        </p:nvSpPr>
        <p:spPr>
          <a:xfrm>
            <a:off x="317240" y="911568"/>
            <a:ext cx="11243390" cy="2704651"/>
          </a:xfrm>
          <a:prstGeom prst="rect">
            <a:avLst/>
          </a:prstGeom>
          <a:noFill/>
        </p:spPr>
        <p:txBody>
          <a:bodyPr wrap="square">
            <a:spAutoFit/>
          </a:bodyPr>
          <a:lstStyle/>
          <a:p>
            <a:pPr marL="342900" lvl="0" indent="-342900" algn="just">
              <a:lnSpc>
                <a:spcPct val="107000"/>
              </a:lnSpc>
              <a:buFont typeface="+mj-lt"/>
              <a:buAutoNum type="arabicPeriod"/>
            </a:pPr>
            <a:r>
              <a:rPr lang="es-ES" sz="2000" b="1" u="sng" dirty="0">
                <a:effectLst/>
                <a:latin typeface="Times New Roman" panose="02020603050405020304" pitchFamily="18" charset="0"/>
                <a:ea typeface="Times New Roman" panose="02020603050405020304" pitchFamily="18" charset="0"/>
                <a:cs typeface="Times New Roman" panose="02020603050405020304" pitchFamily="18" charset="0"/>
              </a:rPr>
              <a:t>Coeficiente de fricción (b)</a:t>
            </a:r>
          </a:p>
          <a:p>
            <a:pPr marL="457200" algn="just">
              <a:lnSpc>
                <a:spcPct val="107000"/>
              </a:lnSpc>
            </a:pP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Inclusión de la fuerza de fricción del aire en el modelo. Consiste en restar el término </a:t>
            </a:r>
            <a:r>
              <a:rPr lang="es-ES" sz="2000" dirty="0">
                <a:solidFill>
                  <a:srgbClr val="C00000"/>
                </a:solidFill>
                <a:effectLst/>
                <a:latin typeface="Bahnschrift" panose="020B0502040204020203" pitchFamily="34" charset="0"/>
                <a:ea typeface="Times New Roman" panose="02020603050405020304" pitchFamily="18" charset="0"/>
                <a:cs typeface="Times New Roman" panose="02020603050405020304" pitchFamily="18" charset="0"/>
              </a:rPr>
              <a:t>(b/m) *L*omega</a:t>
            </a:r>
            <a:r>
              <a:rPr lang="es-ES" sz="20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a la derivada de omega con respecto al tiempo, dado que esta fuerza actúa en sentido contrario al movimiento del péndulo.</a:t>
            </a:r>
          </a:p>
          <a:p>
            <a:pPr marL="457200" algn="just">
              <a:lnSpc>
                <a:spcPct val="107000"/>
              </a:lnSpc>
            </a:pP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Este cambio, trae consigo otros más, como:</a:t>
            </a:r>
          </a:p>
          <a:p>
            <a:pPr marL="342900" lvl="0" indent="-342900" algn="just">
              <a:lnSpc>
                <a:spcPct val="107000"/>
              </a:lnSpc>
              <a:buFont typeface="Times New Roman" panose="02020603050405020304" pitchFamily="18" charset="0"/>
              <a:buChar char="-"/>
            </a:pPr>
            <a:r>
              <a:rPr lang="es-ES" sz="2000" b="1" dirty="0">
                <a:effectLst/>
                <a:latin typeface="Times New Roman" panose="02020603050405020304" pitchFamily="18" charset="0"/>
                <a:ea typeface="Times New Roman" panose="02020603050405020304" pitchFamily="18" charset="0"/>
                <a:cs typeface="Times New Roman" panose="02020603050405020304" pitchFamily="18" charset="0"/>
              </a:rPr>
              <a:t>Añadir la constante b</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 con un valor inicial de 0.01 y un rango de 0.01-0.1Apartado: Modelo/Variables/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Constants</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lvl="0" indent="-342900" algn="just">
              <a:lnSpc>
                <a:spcPct val="107000"/>
              </a:lnSpc>
              <a:spcAft>
                <a:spcPts val="800"/>
              </a:spcAft>
              <a:buFont typeface="Times New Roman" panose="02020603050405020304" pitchFamily="18" charset="0"/>
              <a:buChar char="-"/>
            </a:pPr>
            <a:r>
              <a:rPr lang="es-ES" sz="2000" b="1" dirty="0">
                <a:effectLst/>
                <a:latin typeface="Times New Roman" panose="02020603050405020304" pitchFamily="18" charset="0"/>
                <a:ea typeface="Times New Roman" panose="02020603050405020304" pitchFamily="18" charset="0"/>
                <a:cs typeface="Times New Roman" panose="02020603050405020304" pitchFamily="18" charset="0"/>
              </a:rPr>
              <a:t>Añadir la variable masa (m)</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 Apartado: Modelo/Variables/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Constants</a:t>
            </a: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a:t>
            </a:r>
          </a:p>
        </p:txBody>
      </p:sp>
      <p:pic>
        <p:nvPicPr>
          <p:cNvPr id="5" name="Imagen 4">
            <a:extLst>
              <a:ext uri="{FF2B5EF4-FFF2-40B4-BE49-F238E27FC236}">
                <a16:creationId xmlns:a16="http://schemas.microsoft.com/office/drawing/2014/main" id="{0ED84036-55FB-40AC-B35F-512EF1DC2908}"/>
              </a:ext>
            </a:extLst>
          </p:cNvPr>
          <p:cNvPicPr/>
          <p:nvPr/>
        </p:nvPicPr>
        <p:blipFill rotWithShape="1">
          <a:blip r:embed="rId2"/>
          <a:srcRect r="4504"/>
          <a:stretch/>
        </p:blipFill>
        <p:spPr bwMode="auto">
          <a:xfrm>
            <a:off x="1013344" y="3918857"/>
            <a:ext cx="10165311" cy="2127379"/>
          </a:xfrm>
          <a:prstGeom prst="rect">
            <a:avLst/>
          </a:prstGeom>
          <a:ln>
            <a:solidFill>
              <a:schemeClr val="bg1">
                <a:lumMod val="50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15083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B1E5776-D164-45C1-9DEB-A335E1654B6A}"/>
              </a:ext>
            </a:extLst>
          </p:cNvPr>
          <p:cNvSpPr txBox="1"/>
          <p:nvPr/>
        </p:nvSpPr>
        <p:spPr>
          <a:xfrm>
            <a:off x="269032" y="597159"/>
            <a:ext cx="11653936" cy="1704569"/>
          </a:xfrm>
          <a:prstGeom prst="rect">
            <a:avLst/>
          </a:prstGeom>
          <a:noFill/>
        </p:spPr>
        <p:txBody>
          <a:bodyPr wrap="square">
            <a:spAutoFit/>
          </a:bodyPr>
          <a:lstStyle/>
          <a:p>
            <a:pPr marL="342900" lvl="0" indent="-342900" algn="just">
              <a:lnSpc>
                <a:spcPct val="150000"/>
              </a:lnSpc>
              <a:buFont typeface="+mj-lt"/>
              <a:buAutoNum type="arabicPeriod" startAt="2"/>
            </a:pPr>
            <a:r>
              <a:rPr lang="es-ES" sz="1800" b="1" u="sng" dirty="0">
                <a:effectLst/>
                <a:latin typeface="Times New Roman" panose="02020603050405020304" pitchFamily="18" charset="0"/>
                <a:ea typeface="Times New Roman" panose="02020603050405020304" pitchFamily="18" charset="0"/>
                <a:cs typeface="Times New Roman" panose="02020603050405020304" pitchFamily="18" charset="0"/>
              </a:rPr>
              <a:t>Adición de las relaciones para el cálculo de las energías cinética (Ec), potencial (U) gravitatoria y total </a:t>
            </a:r>
            <a:r>
              <a:rPr lang="es-ES" sz="1800" dirty="0">
                <a:effectLst/>
                <a:latin typeface="Times New Roman" panose="02020603050405020304" pitchFamily="18" charset="0"/>
                <a:ea typeface="Times New Roman" panose="02020603050405020304" pitchFamily="18" charset="0"/>
                <a:cs typeface="Times New Roman" panose="02020603050405020304" pitchFamily="18" charset="0"/>
              </a:rPr>
              <a:t>como la suma de las anteriores (Et = Ec + U) en el apartado Modelo/Variables/Relaciones fijas. </a:t>
            </a:r>
          </a:p>
          <a:p>
            <a:pPr marL="742950" lvl="1" indent="-285750" algn="just">
              <a:lnSpc>
                <a:spcPct val="150000"/>
              </a:lnSpc>
              <a:buFont typeface="Arial" panose="020B0604020202020204" pitchFamily="34" charset="0"/>
              <a:buChar char="•"/>
            </a:pPr>
            <a:r>
              <a:rPr lang="es-ES" dirty="0">
                <a:latin typeface="Times New Roman" panose="02020603050405020304" pitchFamily="18" charset="0"/>
                <a:ea typeface="Times New Roman" panose="02020603050405020304" pitchFamily="18" charset="0"/>
                <a:cs typeface="Times New Roman" panose="02020603050405020304" pitchFamily="18" charset="0"/>
              </a:rPr>
              <a:t> </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Este cambio incluyó la adición de la </a:t>
            </a:r>
            <a:r>
              <a:rPr lang="es-ES" b="1" dirty="0">
                <a:effectLst/>
                <a:latin typeface="Times New Roman" panose="02020603050405020304" pitchFamily="18" charset="0"/>
                <a:ea typeface="Times New Roman" panose="02020603050405020304" pitchFamily="18" charset="0"/>
                <a:cs typeface="Times New Roman" panose="02020603050405020304" pitchFamily="18" charset="0"/>
              </a:rPr>
              <a:t>constante de la aceleración de la gravedad </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(g=9.8m/s</a:t>
            </a:r>
            <a:r>
              <a:rPr lang="es-ES" baseline="30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s-ES" dirty="0">
                <a:effectLst/>
                <a:latin typeface="Times New Roman" panose="02020603050405020304" pitchFamily="18" charset="0"/>
                <a:ea typeface="Times New Roman" panose="02020603050405020304" pitchFamily="18" charset="0"/>
                <a:cs typeface="Times New Roman" panose="02020603050405020304" pitchFamily="18" charset="0"/>
              </a:rPr>
              <a:t>) en el apartado Modelo/Variables/Constants.</a:t>
            </a:r>
          </a:p>
        </p:txBody>
      </p:sp>
      <p:pic>
        <p:nvPicPr>
          <p:cNvPr id="4" name="Imagen 3">
            <a:extLst>
              <a:ext uri="{FF2B5EF4-FFF2-40B4-BE49-F238E27FC236}">
                <a16:creationId xmlns:a16="http://schemas.microsoft.com/office/drawing/2014/main" id="{CF65B4B6-C1BF-4226-85A9-36D3DF4A78A0}"/>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186668" y="2724537"/>
            <a:ext cx="7818664" cy="3079103"/>
          </a:xfrm>
          <a:prstGeom prst="rect">
            <a:avLst/>
          </a:prstGeom>
        </p:spPr>
      </p:pic>
    </p:spTree>
    <p:extLst>
      <p:ext uri="{BB962C8B-B14F-4D97-AF65-F5344CB8AC3E}">
        <p14:creationId xmlns:p14="http://schemas.microsoft.com/office/powerpoint/2010/main" val="1750173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AF75CD8-5A0E-4FC6-B527-EA184FED23A2}"/>
              </a:ext>
            </a:extLst>
          </p:cNvPr>
          <p:cNvSpPr txBox="1"/>
          <p:nvPr/>
        </p:nvSpPr>
        <p:spPr>
          <a:xfrm>
            <a:off x="566835" y="596222"/>
            <a:ext cx="10788519" cy="728726"/>
          </a:xfrm>
          <a:prstGeom prst="rect">
            <a:avLst/>
          </a:prstGeom>
          <a:noFill/>
        </p:spPr>
        <p:txBody>
          <a:bodyPr wrap="square">
            <a:spAutoFit/>
          </a:bodyPr>
          <a:lstStyle/>
          <a:p>
            <a:pPr marL="342900" lvl="0" indent="-342900" algn="just">
              <a:lnSpc>
                <a:spcPct val="107000"/>
              </a:lnSpc>
              <a:spcAft>
                <a:spcPts val="800"/>
              </a:spcAft>
              <a:buFont typeface="+mj-lt"/>
              <a:buAutoNum type="arabicPeriod" startAt="3"/>
            </a:pPr>
            <a:r>
              <a:rPr lang="es-ES" sz="2000" b="1" u="sng" dirty="0">
                <a:effectLst/>
                <a:latin typeface="Times New Roman" panose="02020603050405020304" pitchFamily="18" charset="0"/>
                <a:ea typeface="Times New Roman" panose="02020603050405020304" pitchFamily="18" charset="0"/>
                <a:cs typeface="Times New Roman" panose="02020603050405020304" pitchFamily="18" charset="0"/>
              </a:rPr>
              <a:t>Inclusión de la variable velocidad con el fin de representarla en una gráfica Velocidad vs tiempo.</a:t>
            </a:r>
          </a:p>
        </p:txBody>
      </p:sp>
      <p:pic>
        <p:nvPicPr>
          <p:cNvPr id="4" name="Imagen 3">
            <a:extLst>
              <a:ext uri="{FF2B5EF4-FFF2-40B4-BE49-F238E27FC236}">
                <a16:creationId xmlns:a16="http://schemas.microsoft.com/office/drawing/2014/main" id="{4FD6B2F7-83B9-4E31-A889-F0164BAED91A}"/>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388636" y="1324948"/>
            <a:ext cx="7965778" cy="3461657"/>
          </a:xfrm>
          <a:prstGeom prst="rect">
            <a:avLst/>
          </a:prstGeom>
        </p:spPr>
      </p:pic>
      <p:sp>
        <p:nvSpPr>
          <p:cNvPr id="5" name="CuadroTexto 4">
            <a:extLst>
              <a:ext uri="{FF2B5EF4-FFF2-40B4-BE49-F238E27FC236}">
                <a16:creationId xmlns:a16="http://schemas.microsoft.com/office/drawing/2014/main" id="{F40ABD9C-E8EB-4650-8F43-218A2D47D9EC}"/>
              </a:ext>
            </a:extLst>
          </p:cNvPr>
          <p:cNvSpPr txBox="1"/>
          <p:nvPr/>
        </p:nvSpPr>
        <p:spPr>
          <a:xfrm>
            <a:off x="688132" y="5262251"/>
            <a:ext cx="11087099" cy="831318"/>
          </a:xfrm>
          <a:prstGeom prst="rect">
            <a:avLst/>
          </a:prstGeom>
          <a:noFill/>
        </p:spPr>
        <p:txBody>
          <a:bodyPr wrap="square">
            <a:spAutoFit/>
          </a:bodyPr>
          <a:lstStyle/>
          <a:p>
            <a:pPr marL="342900" lvl="0" indent="-342900" algn="just">
              <a:lnSpc>
                <a:spcPct val="107000"/>
              </a:lnSpc>
              <a:spcAft>
                <a:spcPts val="800"/>
              </a:spcAft>
              <a:buFont typeface="+mj-lt"/>
              <a:buAutoNum type="arabicPeriod" startAt="4"/>
            </a:pPr>
            <a:r>
              <a:rPr lang="es-ES" sz="2000" b="1" u="sng" dirty="0">
                <a:effectLst/>
                <a:latin typeface="Times New Roman" panose="02020603050405020304" pitchFamily="18" charset="0"/>
                <a:ea typeface="Times New Roman" panose="02020603050405020304" pitchFamily="18" charset="0"/>
                <a:cs typeface="Times New Roman" panose="02020603050405020304" pitchFamily="18" charset="0"/>
              </a:rPr>
              <a:t>Cambio en el valor máximo de longitud del péndulo. </a:t>
            </a:r>
          </a:p>
          <a:p>
            <a:pPr lvl="0" algn="just">
              <a:lnSpc>
                <a:spcPct val="107000"/>
              </a:lnSpc>
              <a:spcAft>
                <a:spcPts val="800"/>
              </a:spcAft>
            </a:pPr>
            <a:r>
              <a:rPr lang="es-ES" sz="2000" dirty="0">
                <a:effectLst/>
                <a:latin typeface="Times New Roman" panose="02020603050405020304" pitchFamily="18" charset="0"/>
                <a:ea typeface="Times New Roman" panose="02020603050405020304" pitchFamily="18" charset="0"/>
                <a:cs typeface="Times New Roman" panose="02020603050405020304" pitchFamily="18" charset="0"/>
              </a:rPr>
              <a:t>Antes los extremos del valor de la longitud del péndulo eran [1,0; 2,0] y ahora son [1,0; 4,0].</a:t>
            </a:r>
          </a:p>
        </p:txBody>
      </p:sp>
    </p:spTree>
    <p:extLst>
      <p:ext uri="{BB962C8B-B14F-4D97-AF65-F5344CB8AC3E}">
        <p14:creationId xmlns:p14="http://schemas.microsoft.com/office/powerpoint/2010/main" val="341938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07A237C-26FA-4214-A415-BE69172F4993}"/>
              </a:ext>
            </a:extLst>
          </p:cNvPr>
          <p:cNvSpPr/>
          <p:nvPr/>
        </p:nvSpPr>
        <p:spPr>
          <a:xfrm>
            <a:off x="868749" y="112168"/>
            <a:ext cx="1198534" cy="707886"/>
          </a:xfrm>
          <a:prstGeom prst="rect">
            <a:avLst/>
          </a:prstGeom>
          <a:noFill/>
        </p:spPr>
        <p:txBody>
          <a:bodyPr wrap="none" lIns="91440" tIns="45720" rIns="91440" bIns="45720">
            <a:spAutoFit/>
          </a:bodyPr>
          <a:lstStyle/>
          <a:p>
            <a:pPr algn="ctr"/>
            <a:r>
              <a:rPr lang="es-ES" sz="4000" b="0" u="sng" cap="none" spc="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rPr>
              <a:t>Vista</a:t>
            </a:r>
          </a:p>
        </p:txBody>
      </p:sp>
      <p:sp>
        <p:nvSpPr>
          <p:cNvPr id="5" name="Rectangle 2">
            <a:extLst>
              <a:ext uri="{FF2B5EF4-FFF2-40B4-BE49-F238E27FC236}">
                <a16:creationId xmlns:a16="http://schemas.microsoft.com/office/drawing/2014/main" id="{2FCD5B06-FB21-45C0-B64B-7E11FDD99CC3}"/>
              </a:ext>
            </a:extLst>
          </p:cNvPr>
          <p:cNvSpPr>
            <a:spLocks noChangeArrowheads="1"/>
          </p:cNvSpPr>
          <p:nvPr/>
        </p:nvSpPr>
        <p:spPr bwMode="auto">
          <a:xfrm>
            <a:off x="541176" y="1368649"/>
            <a:ext cx="10978018" cy="327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s-ES" altLang="es-ES" sz="20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Cambio del color de fondo de gris a blanco.</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s-ES" altLang="es-E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s-ES" altLang="es-ES" sz="20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Cambios y/o traducciones en los títulos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s-ES" altLang="es-E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s-ES" altLang="es-ES" sz="20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Posibilidad de cambiar los valores de b y m mediante una barra deslizadora</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lang="es-ES" altLang="es-ES" sz="2000" b="1" u="sng"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s-ES" altLang="es-ES" sz="20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5" name="Imagen 6">
            <a:extLst>
              <a:ext uri="{FF2B5EF4-FFF2-40B4-BE49-F238E27FC236}">
                <a16:creationId xmlns:a16="http://schemas.microsoft.com/office/drawing/2014/main" id="{236164E0-FCAD-4D05-B5CC-E2F8E8BC48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287" y="3942183"/>
            <a:ext cx="6111967" cy="456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25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E47FAE-909A-469C-ABE9-66EDAFA84E2A}"/>
              </a:ext>
            </a:extLst>
          </p:cNvPr>
          <p:cNvSpPr txBox="1"/>
          <p:nvPr/>
        </p:nvSpPr>
        <p:spPr>
          <a:xfrm>
            <a:off x="688132" y="551050"/>
            <a:ext cx="10424625" cy="967957"/>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startAt="4"/>
              <a:tabLst/>
            </a:pPr>
            <a:r>
              <a:rPr kumimoji="0" lang="es-ES" altLang="es-ES" sz="2000" b="1" i="0" u="sng"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Adición de la gráfica que representa la evolución de las energías cinética, potencial gravitatoria y total del péndulo en el tiempo</a:t>
            </a:r>
            <a:endParaRPr kumimoji="0" lang="es-ES" altLang="es-E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8049351F-C392-4302-A70D-34B759E1BF99}"/>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817845" y="1763745"/>
            <a:ext cx="5582142" cy="4160650"/>
          </a:xfrm>
          <a:prstGeom prst="rect">
            <a:avLst/>
          </a:prstGeom>
        </p:spPr>
      </p:pic>
    </p:spTree>
    <p:extLst>
      <p:ext uri="{BB962C8B-B14F-4D97-AF65-F5344CB8AC3E}">
        <p14:creationId xmlns:p14="http://schemas.microsoft.com/office/powerpoint/2010/main" val="144121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D148940-9CB8-4E02-AD68-04E0DBBBC96D}"/>
              </a:ext>
            </a:extLst>
          </p:cNvPr>
          <p:cNvSpPr txBox="1"/>
          <p:nvPr/>
        </p:nvSpPr>
        <p:spPr>
          <a:xfrm>
            <a:off x="555171" y="342355"/>
            <a:ext cx="10853058" cy="728726"/>
          </a:xfrm>
          <a:prstGeom prst="rect">
            <a:avLst/>
          </a:prstGeom>
          <a:noFill/>
        </p:spPr>
        <p:txBody>
          <a:bodyPr wrap="square">
            <a:spAutoFit/>
          </a:bodyPr>
          <a:lstStyle/>
          <a:p>
            <a:pPr marL="342900" lvl="0" indent="-342900" algn="just">
              <a:lnSpc>
                <a:spcPct val="107000"/>
              </a:lnSpc>
              <a:spcAft>
                <a:spcPts val="800"/>
              </a:spcAft>
              <a:buFont typeface="+mj-lt"/>
              <a:buAutoNum type="arabicPeriod" startAt="5"/>
            </a:pPr>
            <a:r>
              <a:rPr lang="es-ES" sz="2000" b="1" u="sng" dirty="0">
                <a:effectLst/>
                <a:latin typeface="Times New Roman" panose="02020603050405020304" pitchFamily="18" charset="0"/>
                <a:ea typeface="Times New Roman" panose="02020603050405020304" pitchFamily="18" charset="0"/>
                <a:cs typeface="Times New Roman" panose="02020603050405020304" pitchFamily="18" charset="0"/>
              </a:rPr>
              <a:t>Adición de una segunda gráfica donde se representa la posición y la velocidad del péndulo en el tiempo. </a:t>
            </a:r>
          </a:p>
        </p:txBody>
      </p:sp>
      <p:pic>
        <p:nvPicPr>
          <p:cNvPr id="4" name="Imagen 3">
            <a:extLst>
              <a:ext uri="{FF2B5EF4-FFF2-40B4-BE49-F238E27FC236}">
                <a16:creationId xmlns:a16="http://schemas.microsoft.com/office/drawing/2014/main" id="{F69950F6-A42C-4442-8E18-44447B7A9C5E}"/>
              </a:ext>
            </a:extLst>
          </p:cNvPr>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705877" y="1477579"/>
            <a:ext cx="5541522" cy="4204764"/>
          </a:xfrm>
          <a:prstGeom prst="rect">
            <a:avLst/>
          </a:prstGeom>
        </p:spPr>
      </p:pic>
    </p:spTree>
    <p:extLst>
      <p:ext uri="{BB962C8B-B14F-4D97-AF65-F5344CB8AC3E}">
        <p14:creationId xmlns:p14="http://schemas.microsoft.com/office/powerpoint/2010/main" val="973743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D3D6653-CFC8-4037-8FE1-906A2AB20EB0}"/>
              </a:ext>
            </a:extLst>
          </p:cNvPr>
          <p:cNvSpPr txBox="1"/>
          <p:nvPr/>
        </p:nvSpPr>
        <p:spPr>
          <a:xfrm>
            <a:off x="950843" y="452888"/>
            <a:ext cx="10290313" cy="1255665"/>
          </a:xfrm>
          <a:prstGeom prst="rect">
            <a:avLst/>
          </a:prstGeom>
          <a:noFill/>
        </p:spPr>
        <p:txBody>
          <a:bodyPr wrap="square">
            <a:spAutoFit/>
          </a:bodyPr>
          <a:lstStyle/>
          <a:p>
            <a:pPr marL="274320" indent="-274320" algn="ctr">
              <a:lnSpc>
                <a:spcPct val="107000"/>
              </a:lnSpc>
              <a:spcBef>
                <a:spcPts val="1800"/>
              </a:spcBef>
              <a:spcAft>
                <a:spcPts val="800"/>
              </a:spcAft>
            </a:pPr>
            <a:r>
              <a:rPr lang="es-ES" sz="3600" kern="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ea typeface="Times New Roman" panose="02020603050405020304" pitchFamily="18" charset="0"/>
                <a:cs typeface="Times New Roman" panose="02020603050405020304" pitchFamily="18" charset="0"/>
              </a:rPr>
              <a:t>Planteamiento de algunos experimentos para realizar sobre la simulación y resultados obtenidos</a:t>
            </a:r>
          </a:p>
        </p:txBody>
      </p:sp>
      <p:graphicFrame>
        <p:nvGraphicFramePr>
          <p:cNvPr id="4" name="Diagrama 3">
            <a:extLst>
              <a:ext uri="{FF2B5EF4-FFF2-40B4-BE49-F238E27FC236}">
                <a16:creationId xmlns:a16="http://schemas.microsoft.com/office/drawing/2014/main" id="{AC4F74F0-300D-45FF-BE26-96E194C61A93}"/>
              </a:ext>
            </a:extLst>
          </p:cNvPr>
          <p:cNvGraphicFramePr/>
          <p:nvPr>
            <p:extLst>
              <p:ext uri="{D42A27DB-BD31-4B8C-83A1-F6EECF244321}">
                <p14:modId xmlns:p14="http://schemas.microsoft.com/office/powerpoint/2010/main" val="3797237132"/>
              </p:ext>
            </p:extLst>
          </p:nvPr>
        </p:nvGraphicFramePr>
        <p:xfrm>
          <a:off x="1512121" y="1335284"/>
          <a:ext cx="931848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5579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E772ADD-DAED-4B48-BC5B-4028AFF19E40}"/>
              </a:ext>
            </a:extLst>
          </p:cNvPr>
          <p:cNvPicPr/>
          <p:nvPr/>
        </p:nvPicPr>
        <p:blipFill>
          <a:blip r:embed="rId2"/>
          <a:stretch>
            <a:fillRect/>
          </a:stretch>
        </p:blipFill>
        <p:spPr>
          <a:xfrm>
            <a:off x="2518768" y="1830626"/>
            <a:ext cx="7154462" cy="3935896"/>
          </a:xfrm>
          <a:prstGeom prst="rect">
            <a:avLst/>
          </a:prstGeom>
          <a:ln>
            <a:solidFill>
              <a:schemeClr val="bg1">
                <a:lumMod val="50000"/>
              </a:schemeClr>
            </a:solidFill>
          </a:ln>
        </p:spPr>
      </p:pic>
      <p:sp>
        <p:nvSpPr>
          <p:cNvPr id="4" name="CuadroTexto 3">
            <a:extLst>
              <a:ext uri="{FF2B5EF4-FFF2-40B4-BE49-F238E27FC236}">
                <a16:creationId xmlns:a16="http://schemas.microsoft.com/office/drawing/2014/main" id="{3C701D5F-96CC-4E8D-9179-B6DC2964A6B6}"/>
              </a:ext>
            </a:extLst>
          </p:cNvPr>
          <p:cNvSpPr txBox="1"/>
          <p:nvPr/>
        </p:nvSpPr>
        <p:spPr>
          <a:xfrm>
            <a:off x="2366684" y="428299"/>
            <a:ext cx="7943823" cy="523220"/>
          </a:xfrm>
          <a:prstGeom prst="rect">
            <a:avLst/>
          </a:prstGeom>
          <a:noFill/>
        </p:spPr>
        <p:txBody>
          <a:bodyPr wrap="square">
            <a:spAutoFit/>
          </a:bodyPr>
          <a:lstStyle/>
          <a:p>
            <a:pPr lvl="0"/>
            <a:r>
              <a:rPr lang="es-ES" sz="2800" b="1" u="sng" dirty="0">
                <a:latin typeface="Times New Roman" panose="02020603050405020304" pitchFamily="18" charset="0"/>
                <a:cs typeface="Times New Roman" panose="02020603050405020304" pitchFamily="18" charset="0"/>
              </a:rPr>
              <a:t>Aumento del valor del coeficiente de rozamiento</a:t>
            </a:r>
            <a:endParaRPr lang="es-ES" sz="28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0784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8405FAD-3E3D-47ED-9194-BDC90D1B515D}"/>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524539" y="355253"/>
            <a:ext cx="6959448" cy="3073747"/>
          </a:xfrm>
          <a:prstGeom prst="rect">
            <a:avLst/>
          </a:prstGeom>
          <a:ln>
            <a:solidFill>
              <a:schemeClr val="bg1">
                <a:lumMod val="50000"/>
              </a:schemeClr>
            </a:solidFill>
          </a:ln>
        </p:spPr>
      </p:pic>
      <p:pic>
        <p:nvPicPr>
          <p:cNvPr id="3" name="Imagen 2">
            <a:extLst>
              <a:ext uri="{FF2B5EF4-FFF2-40B4-BE49-F238E27FC236}">
                <a16:creationId xmlns:a16="http://schemas.microsoft.com/office/drawing/2014/main" id="{42E14C8C-6254-4769-ACE4-8D1B03CF1428}"/>
              </a:ext>
            </a:extLst>
          </p:cNvPr>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524539" y="3588025"/>
            <a:ext cx="6959448" cy="3001617"/>
          </a:xfrm>
          <a:prstGeom prst="rect">
            <a:avLst/>
          </a:prstGeom>
          <a:ln>
            <a:solidFill>
              <a:schemeClr val="bg1">
                <a:lumMod val="50000"/>
              </a:schemeClr>
            </a:solidFill>
          </a:ln>
        </p:spPr>
      </p:pic>
    </p:spTree>
    <p:extLst>
      <p:ext uri="{BB962C8B-B14F-4D97-AF65-F5344CB8AC3E}">
        <p14:creationId xmlns:p14="http://schemas.microsoft.com/office/powerpoint/2010/main" val="330676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2CE58-32BF-4849-9B33-7AD8ADCBEF84}"/>
              </a:ext>
            </a:extLst>
          </p:cNvPr>
          <p:cNvSpPr txBox="1"/>
          <p:nvPr/>
        </p:nvSpPr>
        <p:spPr>
          <a:xfrm>
            <a:off x="2294083" y="352047"/>
            <a:ext cx="7902436" cy="523220"/>
          </a:xfrm>
          <a:prstGeom prst="rect">
            <a:avLst/>
          </a:prstGeom>
          <a:noFill/>
        </p:spPr>
        <p:txBody>
          <a:bodyPr wrap="square">
            <a:spAutoFit/>
          </a:bodyPr>
          <a:lstStyle/>
          <a:p>
            <a:pPr lvl="0"/>
            <a:r>
              <a:rPr lang="es-ES" sz="2800" b="1" u="sng" dirty="0">
                <a:latin typeface="Baskerville Old Face" panose="02020602080505020303" pitchFamily="18" charset="0"/>
              </a:rPr>
              <a:t>Aumento de la masa del cuerpo al final de la varilla</a:t>
            </a:r>
            <a:endParaRPr lang="es-ES" sz="2800" u="sng" dirty="0">
              <a:latin typeface="Baskerville Old Face" panose="02020602080505020303" pitchFamily="18" charset="0"/>
            </a:endParaRPr>
          </a:p>
        </p:txBody>
      </p:sp>
      <p:pic>
        <p:nvPicPr>
          <p:cNvPr id="4" name="Imagen 3">
            <a:extLst>
              <a:ext uri="{FF2B5EF4-FFF2-40B4-BE49-F238E27FC236}">
                <a16:creationId xmlns:a16="http://schemas.microsoft.com/office/drawing/2014/main" id="{14BEDB1B-4DF8-4E9E-AE17-3EE3B201B7B9}"/>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294083" y="1592780"/>
            <a:ext cx="7265904" cy="3672440"/>
          </a:xfrm>
          <a:prstGeom prst="rect">
            <a:avLst/>
          </a:prstGeom>
          <a:ln>
            <a:solidFill>
              <a:schemeClr val="bg1">
                <a:lumMod val="50000"/>
              </a:schemeClr>
            </a:solidFill>
          </a:ln>
        </p:spPr>
      </p:pic>
    </p:spTree>
    <p:extLst>
      <p:ext uri="{BB962C8B-B14F-4D97-AF65-F5344CB8AC3E}">
        <p14:creationId xmlns:p14="http://schemas.microsoft.com/office/powerpoint/2010/main" val="3402124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98A6C96-D989-4906-9495-0998DCB060E5}"/>
              </a:ext>
            </a:extLst>
          </p:cNvPr>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5863" r="2742"/>
          <a:stretch/>
        </p:blipFill>
        <p:spPr bwMode="auto">
          <a:xfrm>
            <a:off x="2900963" y="1182757"/>
            <a:ext cx="6390074" cy="5138531"/>
          </a:xfrm>
          <a:prstGeom prst="rect">
            <a:avLst/>
          </a:prstGeom>
          <a:ln w="6350">
            <a:solidFill>
              <a:schemeClr val="bg1">
                <a:lumMod val="50000"/>
              </a:schemeClr>
            </a:solidFill>
          </a:ln>
          <a:extLst>
            <a:ext uri="{53640926-AAD7-44D8-BBD7-CCE9431645EC}">
              <a14:shadowObscured xmlns:a14="http://schemas.microsoft.com/office/drawing/2010/main"/>
            </a:ext>
          </a:extLst>
        </p:spPr>
      </p:pic>
      <p:sp>
        <p:nvSpPr>
          <p:cNvPr id="4" name="CuadroTexto 3">
            <a:extLst>
              <a:ext uri="{FF2B5EF4-FFF2-40B4-BE49-F238E27FC236}">
                <a16:creationId xmlns:a16="http://schemas.microsoft.com/office/drawing/2014/main" id="{4BAABA18-5A45-4CCA-9C3D-97C6AA249F18}"/>
              </a:ext>
            </a:extLst>
          </p:cNvPr>
          <p:cNvSpPr txBox="1"/>
          <p:nvPr/>
        </p:nvSpPr>
        <p:spPr>
          <a:xfrm>
            <a:off x="3193381" y="275102"/>
            <a:ext cx="6097656" cy="523220"/>
          </a:xfrm>
          <a:prstGeom prst="rect">
            <a:avLst/>
          </a:prstGeom>
          <a:noFill/>
        </p:spPr>
        <p:txBody>
          <a:bodyPr wrap="square">
            <a:spAutoFit/>
          </a:bodyPr>
          <a:lstStyle/>
          <a:p>
            <a:pPr lvl="0"/>
            <a:r>
              <a:rPr lang="es-ES" sz="2800" b="1" u="sng" dirty="0">
                <a:latin typeface="Baskerville Old Face" panose="02020602080505020303" pitchFamily="18" charset="0"/>
              </a:rPr>
              <a:t>Variación de la longitud de la varilla</a:t>
            </a:r>
            <a:endParaRPr lang="es-ES" sz="2800" u="sng" dirty="0">
              <a:latin typeface="Baskerville Old Face" panose="02020602080505020303" pitchFamily="18" charset="0"/>
            </a:endParaRPr>
          </a:p>
        </p:txBody>
      </p:sp>
    </p:spTree>
    <p:extLst>
      <p:ext uri="{BB962C8B-B14F-4D97-AF65-F5344CB8AC3E}">
        <p14:creationId xmlns:p14="http://schemas.microsoft.com/office/powerpoint/2010/main" val="792619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A636C53-F0BC-4ED3-814B-F60F0EBFD92E}"/>
              </a:ext>
            </a:extLst>
          </p:cNvPr>
          <p:cNvSpPr txBox="1"/>
          <p:nvPr/>
        </p:nvSpPr>
        <p:spPr>
          <a:xfrm>
            <a:off x="2633869" y="333227"/>
            <a:ext cx="7357440" cy="662874"/>
          </a:xfrm>
          <a:prstGeom prst="rect">
            <a:avLst/>
          </a:prstGeom>
          <a:noFill/>
        </p:spPr>
        <p:txBody>
          <a:bodyPr wrap="square">
            <a:spAutoFit/>
          </a:bodyPr>
          <a:lstStyle/>
          <a:p>
            <a:pPr marL="274320" indent="-274320" algn="just">
              <a:lnSpc>
                <a:spcPct val="107000"/>
              </a:lnSpc>
              <a:spcBef>
                <a:spcPts val="1800"/>
              </a:spcBef>
              <a:spcAft>
                <a:spcPts val="800"/>
              </a:spcAft>
            </a:pPr>
            <a:r>
              <a:rPr lang="es-ES" sz="3600" kern="0" dirty="0">
                <a:ln w="0"/>
                <a:solidFill>
                  <a:schemeClr val="accent1"/>
                </a:solidFill>
                <a:effectLst>
                  <a:outerShdw blurRad="38100" dist="25400" dir="5400000" algn="ctr" rotWithShape="0">
                    <a:srgbClr val="6E747A">
                      <a:alpha val="43000"/>
                    </a:srgbClr>
                  </a:outerShdw>
                </a:effectLst>
                <a:latin typeface="Baskerville Old Face" panose="02020602080505020303" pitchFamily="18" charset="0"/>
                <a:ea typeface="Times New Roman" panose="02020603050405020304" pitchFamily="18" charset="0"/>
                <a:cs typeface="Times New Roman" panose="02020603050405020304" pitchFamily="18" charset="0"/>
              </a:rPr>
              <a:t>Opinión personal de la herramienta</a:t>
            </a:r>
          </a:p>
        </p:txBody>
      </p:sp>
      <p:sp>
        <p:nvSpPr>
          <p:cNvPr id="5" name="CuadroTexto 4">
            <a:extLst>
              <a:ext uri="{FF2B5EF4-FFF2-40B4-BE49-F238E27FC236}">
                <a16:creationId xmlns:a16="http://schemas.microsoft.com/office/drawing/2014/main" id="{E257C631-CB5F-4DC3-AE46-0F766678AEE1}"/>
              </a:ext>
            </a:extLst>
          </p:cNvPr>
          <p:cNvSpPr txBox="1"/>
          <p:nvPr/>
        </p:nvSpPr>
        <p:spPr>
          <a:xfrm>
            <a:off x="2005219" y="1882672"/>
            <a:ext cx="8920368" cy="188365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2000" dirty="0">
                <a:latin typeface="Times New Roman" panose="02020603050405020304" pitchFamily="18" charset="0"/>
                <a:ea typeface="Times New Roman" panose="02020603050405020304" pitchFamily="18" charset="0"/>
              </a:rPr>
              <a:t>F</a:t>
            </a:r>
            <a:r>
              <a:rPr lang="es-ES" sz="2000" dirty="0">
                <a:effectLst/>
                <a:latin typeface="Times New Roman" panose="02020603050405020304" pitchFamily="18" charset="0"/>
                <a:ea typeface="Times New Roman" panose="02020603050405020304" pitchFamily="18" charset="0"/>
              </a:rPr>
              <a:t>acilidad de uso </a:t>
            </a:r>
          </a:p>
          <a:p>
            <a:pPr marL="285750" indent="-285750">
              <a:lnSpc>
                <a:spcPct val="150000"/>
              </a:lnSpc>
              <a:buFont typeface="Arial" panose="020B0604020202020204" pitchFamily="34" charset="0"/>
              <a:buChar char="•"/>
            </a:pPr>
            <a:r>
              <a:rPr lang="es-ES" sz="2000" dirty="0">
                <a:latin typeface="Times New Roman" panose="02020603050405020304" pitchFamily="18" charset="0"/>
                <a:ea typeface="Times New Roman" panose="02020603050405020304" pitchFamily="18" charset="0"/>
              </a:rPr>
              <a:t>S</a:t>
            </a:r>
            <a:r>
              <a:rPr lang="es-ES" sz="2000" dirty="0">
                <a:effectLst/>
                <a:latin typeface="Times New Roman" panose="02020603050405020304" pitchFamily="18" charset="0"/>
                <a:ea typeface="Times New Roman" panose="02020603050405020304" pitchFamily="18" charset="0"/>
              </a:rPr>
              <a:t>u interfaz gráfica intuitiva</a:t>
            </a:r>
          </a:p>
          <a:p>
            <a:pPr marL="285750" indent="-285750">
              <a:lnSpc>
                <a:spcPct val="150000"/>
              </a:lnSpc>
              <a:buFont typeface="Arial" panose="020B0604020202020204" pitchFamily="34" charset="0"/>
              <a:buChar char="•"/>
            </a:pPr>
            <a:r>
              <a:rPr lang="es-ES" sz="2000" dirty="0">
                <a:effectLst/>
                <a:latin typeface="Times New Roman" panose="02020603050405020304" pitchFamily="18" charset="0"/>
                <a:ea typeface="Times New Roman" panose="02020603050405020304" pitchFamily="18" charset="0"/>
              </a:rPr>
              <a:t>Útil para la simulación y el análisis de sistemas dinámicos</a:t>
            </a:r>
            <a:endParaRPr lang="es-ES" sz="2000" dirty="0">
              <a:latin typeface="Times New Roman" panose="02020603050405020304" pitchFamily="18" charset="0"/>
              <a:ea typeface="Times New Roman" panose="02020603050405020304" pitchFamily="18" charset="0"/>
            </a:endParaRPr>
          </a:p>
          <a:p>
            <a:pPr marL="285750" indent="-285750">
              <a:lnSpc>
                <a:spcPct val="150000"/>
              </a:lnSpc>
              <a:buFont typeface="Arial" panose="020B0604020202020204" pitchFamily="34" charset="0"/>
              <a:buChar char="•"/>
            </a:pPr>
            <a:r>
              <a:rPr lang="es-ES" sz="2000" dirty="0">
                <a:latin typeface="Times New Roman" panose="02020603050405020304" pitchFamily="18" charset="0"/>
                <a:ea typeface="Times New Roman" panose="02020603050405020304" pitchFamily="18" charset="0"/>
              </a:rPr>
              <a:t>O</a:t>
            </a:r>
            <a:r>
              <a:rPr lang="es-ES" sz="2000" dirty="0">
                <a:effectLst/>
                <a:latin typeface="Times New Roman" panose="02020603050405020304" pitchFamily="18" charset="0"/>
                <a:ea typeface="Times New Roman" panose="02020603050405020304" pitchFamily="18" charset="0"/>
              </a:rPr>
              <a:t>frece diversas herramientas para el análisis y la visualización de datos</a:t>
            </a:r>
          </a:p>
        </p:txBody>
      </p:sp>
    </p:spTree>
    <p:extLst>
      <p:ext uri="{BB962C8B-B14F-4D97-AF65-F5344CB8AC3E}">
        <p14:creationId xmlns:p14="http://schemas.microsoft.com/office/powerpoint/2010/main" val="2564864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AAB86C-90F2-4FB6-ABF6-530C94E5DF9E}"/>
              </a:ext>
            </a:extLst>
          </p:cNvPr>
          <p:cNvSpPr>
            <a:spLocks noGrp="1"/>
          </p:cNvSpPr>
          <p:nvPr>
            <p:ph type="ctrTitle"/>
          </p:nvPr>
        </p:nvSpPr>
        <p:spPr/>
        <p:txBody>
          <a:bodyPr/>
          <a:lstStyle/>
          <a:p>
            <a:r>
              <a:rPr lang="es-ES" dirty="0">
                <a:solidFill>
                  <a:schemeClr val="accent1">
                    <a:lumMod val="75000"/>
                  </a:schemeClr>
                </a:solidFill>
              </a:rPr>
              <a:t>Péndulo simple</a:t>
            </a:r>
          </a:p>
        </p:txBody>
      </p:sp>
      <p:sp>
        <p:nvSpPr>
          <p:cNvPr id="3" name="Subtítulo 2">
            <a:extLst>
              <a:ext uri="{FF2B5EF4-FFF2-40B4-BE49-F238E27FC236}">
                <a16:creationId xmlns:a16="http://schemas.microsoft.com/office/drawing/2014/main" id="{7606AE74-A318-4A62-8C5F-E60A7E98F5A0}"/>
              </a:ext>
            </a:extLst>
          </p:cNvPr>
          <p:cNvSpPr>
            <a:spLocks noGrp="1"/>
          </p:cNvSpPr>
          <p:nvPr>
            <p:ph type="subTitle" idx="1"/>
          </p:nvPr>
        </p:nvSpPr>
        <p:spPr/>
        <p:txBody>
          <a:bodyPr/>
          <a:lstStyle/>
          <a:p>
            <a:r>
              <a:rPr lang="es-ES" dirty="0"/>
              <a:t>Trabajo final </a:t>
            </a:r>
            <a:r>
              <a:rPr lang="es-ES" dirty="0" err="1"/>
              <a:t>easy</a:t>
            </a:r>
            <a:r>
              <a:rPr lang="es-ES" dirty="0"/>
              <a:t> java Simulations (</a:t>
            </a:r>
            <a:r>
              <a:rPr lang="es-ES" dirty="0" err="1"/>
              <a:t>ejs</a:t>
            </a:r>
            <a:r>
              <a:rPr lang="es-ES" dirty="0"/>
              <a:t>)</a:t>
            </a:r>
          </a:p>
        </p:txBody>
      </p:sp>
      <p:sp>
        <p:nvSpPr>
          <p:cNvPr id="4" name="CuadroTexto 3">
            <a:extLst>
              <a:ext uri="{FF2B5EF4-FFF2-40B4-BE49-F238E27FC236}">
                <a16:creationId xmlns:a16="http://schemas.microsoft.com/office/drawing/2014/main" id="{80E98ED7-423B-455B-89DD-2289C96324FB}"/>
              </a:ext>
            </a:extLst>
          </p:cNvPr>
          <p:cNvSpPr txBox="1"/>
          <p:nvPr/>
        </p:nvSpPr>
        <p:spPr>
          <a:xfrm>
            <a:off x="1097280" y="5747657"/>
            <a:ext cx="4329404" cy="369332"/>
          </a:xfrm>
          <a:prstGeom prst="rect">
            <a:avLst/>
          </a:prstGeom>
          <a:noFill/>
        </p:spPr>
        <p:txBody>
          <a:bodyPr wrap="square" rtlCol="0">
            <a:spAutoFit/>
          </a:bodyPr>
          <a:lstStyle/>
          <a:p>
            <a:r>
              <a:rPr lang="es-ES" dirty="0"/>
              <a:t>Arlet Acosta González</a:t>
            </a:r>
          </a:p>
        </p:txBody>
      </p:sp>
      <p:pic>
        <p:nvPicPr>
          <p:cNvPr id="6" name="Imagen 5">
            <a:extLst>
              <a:ext uri="{FF2B5EF4-FFF2-40B4-BE49-F238E27FC236}">
                <a16:creationId xmlns:a16="http://schemas.microsoft.com/office/drawing/2014/main" id="{E8CD9073-D417-4369-9929-D0164513B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3959" y="343203"/>
            <a:ext cx="2533695" cy="700989"/>
          </a:xfrm>
          <a:prstGeom prst="rect">
            <a:avLst/>
          </a:prstGeom>
        </p:spPr>
      </p:pic>
      <p:pic>
        <p:nvPicPr>
          <p:cNvPr id="8" name="Imagen 7">
            <a:extLst>
              <a:ext uri="{FF2B5EF4-FFF2-40B4-BE49-F238E27FC236}">
                <a16:creationId xmlns:a16="http://schemas.microsoft.com/office/drawing/2014/main" id="{C0723124-9301-4862-81D7-BDB43C7EF3F3}"/>
              </a:ext>
            </a:extLst>
          </p:cNvPr>
          <p:cNvPicPr>
            <a:picLocks noChangeAspect="1"/>
          </p:cNvPicPr>
          <p:nvPr/>
        </p:nvPicPr>
        <p:blipFill>
          <a:blip r:embed="rId3"/>
          <a:stretch>
            <a:fillRect/>
          </a:stretch>
        </p:blipFill>
        <p:spPr>
          <a:xfrm>
            <a:off x="233266" y="162166"/>
            <a:ext cx="2460950" cy="1063064"/>
          </a:xfrm>
          <a:prstGeom prst="rect">
            <a:avLst/>
          </a:prstGeom>
        </p:spPr>
      </p:pic>
    </p:spTree>
    <p:extLst>
      <p:ext uri="{BB962C8B-B14F-4D97-AF65-F5344CB8AC3E}">
        <p14:creationId xmlns:p14="http://schemas.microsoft.com/office/powerpoint/2010/main" val="797254000"/>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251</TotalTime>
  <Words>798</Words>
  <Application>Microsoft Office PowerPoint</Application>
  <PresentationFormat>Panorámica</PresentationFormat>
  <Paragraphs>56</Paragraphs>
  <Slides>17</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Arial</vt:lpstr>
      <vt:lpstr>Bahnschrift</vt:lpstr>
      <vt:lpstr>Baskerville Old Face</vt:lpstr>
      <vt:lpstr>Calibri</vt:lpstr>
      <vt:lpstr>Calibri Light</vt:lpstr>
      <vt:lpstr>Times New Roman</vt:lpstr>
      <vt:lpstr>Retrospección</vt:lpstr>
      <vt:lpstr>Péndulo simple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Péndulo simple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Arlet Acosta González</dc:creator>
  <cp:lastModifiedBy>Arlet Acosta González</cp:lastModifiedBy>
  <cp:revision>40</cp:revision>
  <dcterms:created xsi:type="dcterms:W3CDTF">2024-04-11T16:24:34Z</dcterms:created>
  <dcterms:modified xsi:type="dcterms:W3CDTF">2024-05-15T14:19:53Z</dcterms:modified>
</cp:coreProperties>
</file>