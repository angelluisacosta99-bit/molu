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notesMasterIdLst>
    <p:notesMasterId r:id="rId19"/>
  </p:notesMasterIdLst>
  <p:sldIdLst>
    <p:sldId id="264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96" autoAdjust="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159CF3-7B1D-4CEE-AEAB-A7CCA87F11B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ES"/>
        </a:p>
      </dgm:t>
    </dgm:pt>
    <dgm:pt modelId="{C137115C-A1A8-4BA1-9B92-BC4DF32D9BFE}">
      <dgm:prSet/>
      <dgm:spPr/>
      <dgm:t>
        <a:bodyPr/>
        <a:lstStyle/>
        <a:p>
          <a:r>
            <a:rPr lang="es-ES"/>
            <a:t>• Lenguajes orientados a bloques </a:t>
          </a:r>
        </a:p>
      </dgm:t>
    </dgm:pt>
    <dgm:pt modelId="{CEF9868D-FED0-4CE7-B06E-02437BB762A5}" type="parTrans" cxnId="{D43C1B2E-E53B-4353-9DA7-045A34B97118}">
      <dgm:prSet/>
      <dgm:spPr/>
      <dgm:t>
        <a:bodyPr/>
        <a:lstStyle/>
        <a:p>
          <a:endParaRPr lang="es-ES"/>
        </a:p>
      </dgm:t>
    </dgm:pt>
    <dgm:pt modelId="{5A8AAB75-EB4C-4A92-BA09-199E88B9234C}" type="sibTrans" cxnId="{D43C1B2E-E53B-4353-9DA7-045A34B97118}">
      <dgm:prSet/>
      <dgm:spPr/>
      <dgm:t>
        <a:bodyPr/>
        <a:lstStyle/>
        <a:p>
          <a:endParaRPr lang="es-ES"/>
        </a:p>
      </dgm:t>
    </dgm:pt>
    <dgm:pt modelId="{2E2086D8-4D52-43EB-A241-77C849EC72A4}">
      <dgm:prSet/>
      <dgm:spPr/>
      <dgm:t>
        <a:bodyPr/>
        <a:lstStyle/>
        <a:p>
          <a:r>
            <a:rPr lang="es-ES" dirty="0"/>
            <a:t>• Lenguajes orientados a expresiones CSSL’67 </a:t>
          </a:r>
        </a:p>
      </dgm:t>
    </dgm:pt>
    <dgm:pt modelId="{D877828C-69F7-410D-ACF2-8C85D4931240}" type="parTrans" cxnId="{9B15CE84-680D-4562-99E0-42EEAD6047D8}">
      <dgm:prSet/>
      <dgm:spPr/>
      <dgm:t>
        <a:bodyPr/>
        <a:lstStyle/>
        <a:p>
          <a:endParaRPr lang="es-ES"/>
        </a:p>
      </dgm:t>
    </dgm:pt>
    <dgm:pt modelId="{615F8F68-CD74-406D-8517-CE5F2A092EF5}" type="sibTrans" cxnId="{9B15CE84-680D-4562-99E0-42EEAD6047D8}">
      <dgm:prSet/>
      <dgm:spPr/>
      <dgm:t>
        <a:bodyPr/>
        <a:lstStyle/>
        <a:p>
          <a:endParaRPr lang="es-ES"/>
        </a:p>
      </dgm:t>
    </dgm:pt>
    <dgm:pt modelId="{4887D01C-D551-4DD0-AFE4-F328F7BCE475}">
      <dgm:prSet/>
      <dgm:spPr/>
      <dgm:t>
        <a:bodyPr/>
        <a:lstStyle/>
        <a:p>
          <a:r>
            <a:rPr lang="es-ES"/>
            <a:t>• Lenguajes orientado a ecuaciones (Lenguajes de modelado)</a:t>
          </a:r>
        </a:p>
      </dgm:t>
    </dgm:pt>
    <dgm:pt modelId="{08B65845-9D17-4981-A38E-122E980D271A}" type="parTrans" cxnId="{79D6C623-D6DD-4409-B882-0D4B6C157730}">
      <dgm:prSet/>
      <dgm:spPr/>
      <dgm:t>
        <a:bodyPr/>
        <a:lstStyle/>
        <a:p>
          <a:endParaRPr lang="es-ES"/>
        </a:p>
      </dgm:t>
    </dgm:pt>
    <dgm:pt modelId="{4274B437-5756-47A3-A225-371C6265C816}" type="sibTrans" cxnId="{79D6C623-D6DD-4409-B882-0D4B6C157730}">
      <dgm:prSet/>
      <dgm:spPr/>
      <dgm:t>
        <a:bodyPr/>
        <a:lstStyle/>
        <a:p>
          <a:endParaRPr lang="es-ES"/>
        </a:p>
      </dgm:t>
    </dgm:pt>
    <dgm:pt modelId="{B95873D6-6D2A-4B5C-93B9-E2771683B08A}" type="pres">
      <dgm:prSet presAssocID="{C2159CF3-7B1D-4CEE-AEAB-A7CCA87F11B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C4A4F6-7ABC-4ED7-8BD8-B1917C596801}" type="pres">
      <dgm:prSet presAssocID="{C137115C-A1A8-4BA1-9B92-BC4DF32D9BFE}" presName="root" presStyleCnt="0"/>
      <dgm:spPr/>
    </dgm:pt>
    <dgm:pt modelId="{4DE5FEC8-6896-4E55-8C51-31F331B7E7AD}" type="pres">
      <dgm:prSet presAssocID="{C137115C-A1A8-4BA1-9B92-BC4DF32D9BFE}" presName="rootComposite" presStyleCnt="0"/>
      <dgm:spPr/>
    </dgm:pt>
    <dgm:pt modelId="{4A49666E-A5EA-4EBF-BF27-9DDD315EC8E9}" type="pres">
      <dgm:prSet presAssocID="{C137115C-A1A8-4BA1-9B92-BC4DF32D9BFE}" presName="rootText" presStyleLbl="node1" presStyleIdx="0" presStyleCnt="3"/>
      <dgm:spPr/>
    </dgm:pt>
    <dgm:pt modelId="{4A76FC93-BBAB-4F49-95B9-BF77F3FC87EB}" type="pres">
      <dgm:prSet presAssocID="{C137115C-A1A8-4BA1-9B92-BC4DF32D9BFE}" presName="rootConnector" presStyleLbl="node1" presStyleIdx="0" presStyleCnt="3"/>
      <dgm:spPr/>
    </dgm:pt>
    <dgm:pt modelId="{03EE83BE-D133-4549-84B3-5887526C7694}" type="pres">
      <dgm:prSet presAssocID="{C137115C-A1A8-4BA1-9B92-BC4DF32D9BFE}" presName="childShape" presStyleCnt="0"/>
      <dgm:spPr/>
    </dgm:pt>
    <dgm:pt modelId="{0DEF30B5-DE16-4187-BCD5-C5805CCAD38C}" type="pres">
      <dgm:prSet presAssocID="{2E2086D8-4D52-43EB-A241-77C849EC72A4}" presName="root" presStyleCnt="0"/>
      <dgm:spPr/>
    </dgm:pt>
    <dgm:pt modelId="{13D962AA-DCDB-4E1A-B3D0-9F909CE743A7}" type="pres">
      <dgm:prSet presAssocID="{2E2086D8-4D52-43EB-A241-77C849EC72A4}" presName="rootComposite" presStyleCnt="0"/>
      <dgm:spPr/>
    </dgm:pt>
    <dgm:pt modelId="{D0EC2823-1B2E-4832-ABC9-C85C5E6330AE}" type="pres">
      <dgm:prSet presAssocID="{2E2086D8-4D52-43EB-A241-77C849EC72A4}" presName="rootText" presStyleLbl="node1" presStyleIdx="1" presStyleCnt="3"/>
      <dgm:spPr/>
    </dgm:pt>
    <dgm:pt modelId="{C6B43A66-FFB7-4352-86A1-7DFDC281AD08}" type="pres">
      <dgm:prSet presAssocID="{2E2086D8-4D52-43EB-A241-77C849EC72A4}" presName="rootConnector" presStyleLbl="node1" presStyleIdx="1" presStyleCnt="3"/>
      <dgm:spPr/>
    </dgm:pt>
    <dgm:pt modelId="{5458475F-F033-4684-8186-660F3CCC37A9}" type="pres">
      <dgm:prSet presAssocID="{2E2086D8-4D52-43EB-A241-77C849EC72A4}" presName="childShape" presStyleCnt="0"/>
      <dgm:spPr/>
    </dgm:pt>
    <dgm:pt modelId="{18F35089-C5E7-4980-8AFF-617108EBE775}" type="pres">
      <dgm:prSet presAssocID="{4887D01C-D551-4DD0-AFE4-F328F7BCE475}" presName="root" presStyleCnt="0"/>
      <dgm:spPr/>
    </dgm:pt>
    <dgm:pt modelId="{8C1108A2-37A2-4D8B-8626-C0610D4E57DB}" type="pres">
      <dgm:prSet presAssocID="{4887D01C-D551-4DD0-AFE4-F328F7BCE475}" presName="rootComposite" presStyleCnt="0"/>
      <dgm:spPr/>
    </dgm:pt>
    <dgm:pt modelId="{BBAFDBEE-CA0F-4099-8D37-86F756F81C7A}" type="pres">
      <dgm:prSet presAssocID="{4887D01C-D551-4DD0-AFE4-F328F7BCE475}" presName="rootText" presStyleLbl="node1" presStyleIdx="2" presStyleCnt="3"/>
      <dgm:spPr/>
    </dgm:pt>
    <dgm:pt modelId="{37211B81-60BB-4C4B-A9A9-6848F368FADD}" type="pres">
      <dgm:prSet presAssocID="{4887D01C-D551-4DD0-AFE4-F328F7BCE475}" presName="rootConnector" presStyleLbl="node1" presStyleIdx="2" presStyleCnt="3"/>
      <dgm:spPr/>
    </dgm:pt>
    <dgm:pt modelId="{560AD79D-29E6-4E2C-B4F8-A13618DA067F}" type="pres">
      <dgm:prSet presAssocID="{4887D01C-D551-4DD0-AFE4-F328F7BCE475}" presName="childShape" presStyleCnt="0"/>
      <dgm:spPr/>
    </dgm:pt>
  </dgm:ptLst>
  <dgm:cxnLst>
    <dgm:cxn modelId="{5A94FB21-C62B-4B73-AD81-9BA5312C3133}" type="presOf" srcId="{C2159CF3-7B1D-4CEE-AEAB-A7CCA87F11B4}" destId="{B95873D6-6D2A-4B5C-93B9-E2771683B08A}" srcOrd="0" destOrd="0" presId="urn:microsoft.com/office/officeart/2005/8/layout/hierarchy3"/>
    <dgm:cxn modelId="{79D6C623-D6DD-4409-B882-0D4B6C157730}" srcId="{C2159CF3-7B1D-4CEE-AEAB-A7CCA87F11B4}" destId="{4887D01C-D551-4DD0-AFE4-F328F7BCE475}" srcOrd="2" destOrd="0" parTransId="{08B65845-9D17-4981-A38E-122E980D271A}" sibTransId="{4274B437-5756-47A3-A225-371C6265C816}"/>
    <dgm:cxn modelId="{8FF7A124-FA69-49DF-8F2C-04202ACC79B8}" type="presOf" srcId="{4887D01C-D551-4DD0-AFE4-F328F7BCE475}" destId="{BBAFDBEE-CA0F-4099-8D37-86F756F81C7A}" srcOrd="0" destOrd="0" presId="urn:microsoft.com/office/officeart/2005/8/layout/hierarchy3"/>
    <dgm:cxn modelId="{D43C1B2E-E53B-4353-9DA7-045A34B97118}" srcId="{C2159CF3-7B1D-4CEE-AEAB-A7CCA87F11B4}" destId="{C137115C-A1A8-4BA1-9B92-BC4DF32D9BFE}" srcOrd="0" destOrd="0" parTransId="{CEF9868D-FED0-4CE7-B06E-02437BB762A5}" sibTransId="{5A8AAB75-EB4C-4A92-BA09-199E88B9234C}"/>
    <dgm:cxn modelId="{0420EB34-9678-46D6-82E1-F3442C7436B1}" type="presOf" srcId="{C137115C-A1A8-4BA1-9B92-BC4DF32D9BFE}" destId="{4A76FC93-BBAB-4F49-95B9-BF77F3FC87EB}" srcOrd="1" destOrd="0" presId="urn:microsoft.com/office/officeart/2005/8/layout/hierarchy3"/>
    <dgm:cxn modelId="{3FB7B94B-D61D-4719-86B4-65BAC7BA2728}" type="presOf" srcId="{2E2086D8-4D52-43EB-A241-77C849EC72A4}" destId="{D0EC2823-1B2E-4832-ABC9-C85C5E6330AE}" srcOrd="0" destOrd="0" presId="urn:microsoft.com/office/officeart/2005/8/layout/hierarchy3"/>
    <dgm:cxn modelId="{2818186F-66ED-44FA-958C-9F4C7A99EED3}" type="presOf" srcId="{C137115C-A1A8-4BA1-9B92-BC4DF32D9BFE}" destId="{4A49666E-A5EA-4EBF-BF27-9DDD315EC8E9}" srcOrd="0" destOrd="0" presId="urn:microsoft.com/office/officeart/2005/8/layout/hierarchy3"/>
    <dgm:cxn modelId="{8E249653-313B-40A8-8EF7-21F314D84BEE}" type="presOf" srcId="{2E2086D8-4D52-43EB-A241-77C849EC72A4}" destId="{C6B43A66-FFB7-4352-86A1-7DFDC281AD08}" srcOrd="1" destOrd="0" presId="urn:microsoft.com/office/officeart/2005/8/layout/hierarchy3"/>
    <dgm:cxn modelId="{9B15CE84-680D-4562-99E0-42EEAD6047D8}" srcId="{C2159CF3-7B1D-4CEE-AEAB-A7CCA87F11B4}" destId="{2E2086D8-4D52-43EB-A241-77C849EC72A4}" srcOrd="1" destOrd="0" parTransId="{D877828C-69F7-410D-ACF2-8C85D4931240}" sibTransId="{615F8F68-CD74-406D-8517-CE5F2A092EF5}"/>
    <dgm:cxn modelId="{4BE9AAFF-B891-4210-BE67-157F49D0AF2C}" type="presOf" srcId="{4887D01C-D551-4DD0-AFE4-F328F7BCE475}" destId="{37211B81-60BB-4C4B-A9A9-6848F368FADD}" srcOrd="1" destOrd="0" presId="urn:microsoft.com/office/officeart/2005/8/layout/hierarchy3"/>
    <dgm:cxn modelId="{DAEDE78A-5007-42D9-8E06-14FD026C481C}" type="presParOf" srcId="{B95873D6-6D2A-4B5C-93B9-E2771683B08A}" destId="{E8C4A4F6-7ABC-4ED7-8BD8-B1917C596801}" srcOrd="0" destOrd="0" presId="urn:microsoft.com/office/officeart/2005/8/layout/hierarchy3"/>
    <dgm:cxn modelId="{AD8EF51B-3194-43B1-ADEE-764127BA1304}" type="presParOf" srcId="{E8C4A4F6-7ABC-4ED7-8BD8-B1917C596801}" destId="{4DE5FEC8-6896-4E55-8C51-31F331B7E7AD}" srcOrd="0" destOrd="0" presId="urn:microsoft.com/office/officeart/2005/8/layout/hierarchy3"/>
    <dgm:cxn modelId="{ABFDB6DD-416D-4C39-B6EA-0AE61840995C}" type="presParOf" srcId="{4DE5FEC8-6896-4E55-8C51-31F331B7E7AD}" destId="{4A49666E-A5EA-4EBF-BF27-9DDD315EC8E9}" srcOrd="0" destOrd="0" presId="urn:microsoft.com/office/officeart/2005/8/layout/hierarchy3"/>
    <dgm:cxn modelId="{4F25CB5E-A538-4D12-92CF-C884282CEEDD}" type="presParOf" srcId="{4DE5FEC8-6896-4E55-8C51-31F331B7E7AD}" destId="{4A76FC93-BBAB-4F49-95B9-BF77F3FC87EB}" srcOrd="1" destOrd="0" presId="urn:microsoft.com/office/officeart/2005/8/layout/hierarchy3"/>
    <dgm:cxn modelId="{CE0BC13E-EA94-44BA-9B55-EFFAE496283C}" type="presParOf" srcId="{E8C4A4F6-7ABC-4ED7-8BD8-B1917C596801}" destId="{03EE83BE-D133-4549-84B3-5887526C7694}" srcOrd="1" destOrd="0" presId="urn:microsoft.com/office/officeart/2005/8/layout/hierarchy3"/>
    <dgm:cxn modelId="{413EE11E-A52C-496D-8603-253A2BCB1950}" type="presParOf" srcId="{B95873D6-6D2A-4B5C-93B9-E2771683B08A}" destId="{0DEF30B5-DE16-4187-BCD5-C5805CCAD38C}" srcOrd="1" destOrd="0" presId="urn:microsoft.com/office/officeart/2005/8/layout/hierarchy3"/>
    <dgm:cxn modelId="{6F61E9E0-1F18-43E9-86D2-BEF6FB417247}" type="presParOf" srcId="{0DEF30B5-DE16-4187-BCD5-C5805CCAD38C}" destId="{13D962AA-DCDB-4E1A-B3D0-9F909CE743A7}" srcOrd="0" destOrd="0" presId="urn:microsoft.com/office/officeart/2005/8/layout/hierarchy3"/>
    <dgm:cxn modelId="{1452891D-1C42-450B-9E2A-B82CC5E242DD}" type="presParOf" srcId="{13D962AA-DCDB-4E1A-B3D0-9F909CE743A7}" destId="{D0EC2823-1B2E-4832-ABC9-C85C5E6330AE}" srcOrd="0" destOrd="0" presId="urn:microsoft.com/office/officeart/2005/8/layout/hierarchy3"/>
    <dgm:cxn modelId="{D23E7DAC-B4F4-43CF-BFE8-01B10367B140}" type="presParOf" srcId="{13D962AA-DCDB-4E1A-B3D0-9F909CE743A7}" destId="{C6B43A66-FFB7-4352-86A1-7DFDC281AD08}" srcOrd="1" destOrd="0" presId="urn:microsoft.com/office/officeart/2005/8/layout/hierarchy3"/>
    <dgm:cxn modelId="{5AF2FF73-F347-489A-B737-F601011A6DF7}" type="presParOf" srcId="{0DEF30B5-DE16-4187-BCD5-C5805CCAD38C}" destId="{5458475F-F033-4684-8186-660F3CCC37A9}" srcOrd="1" destOrd="0" presId="urn:microsoft.com/office/officeart/2005/8/layout/hierarchy3"/>
    <dgm:cxn modelId="{E8F3012F-515C-48B0-8E2E-2A0CD736CC35}" type="presParOf" srcId="{B95873D6-6D2A-4B5C-93B9-E2771683B08A}" destId="{18F35089-C5E7-4980-8AFF-617108EBE775}" srcOrd="2" destOrd="0" presId="urn:microsoft.com/office/officeart/2005/8/layout/hierarchy3"/>
    <dgm:cxn modelId="{F096913F-7E89-4FAA-A55D-FFF4C54F6C83}" type="presParOf" srcId="{18F35089-C5E7-4980-8AFF-617108EBE775}" destId="{8C1108A2-37A2-4D8B-8626-C0610D4E57DB}" srcOrd="0" destOrd="0" presId="urn:microsoft.com/office/officeart/2005/8/layout/hierarchy3"/>
    <dgm:cxn modelId="{B7EC0113-ACC6-41F9-BA38-52E58614A18C}" type="presParOf" srcId="{8C1108A2-37A2-4D8B-8626-C0610D4E57DB}" destId="{BBAFDBEE-CA0F-4099-8D37-86F756F81C7A}" srcOrd="0" destOrd="0" presId="urn:microsoft.com/office/officeart/2005/8/layout/hierarchy3"/>
    <dgm:cxn modelId="{BCD6CEFD-3B93-41A7-9255-5BCC5E97589C}" type="presParOf" srcId="{8C1108A2-37A2-4D8B-8626-C0610D4E57DB}" destId="{37211B81-60BB-4C4B-A9A9-6848F368FADD}" srcOrd="1" destOrd="0" presId="urn:microsoft.com/office/officeart/2005/8/layout/hierarchy3"/>
    <dgm:cxn modelId="{9866CBE9-137F-4888-8ADB-33C86FF3F6DD}" type="presParOf" srcId="{18F35089-C5E7-4980-8AFF-617108EBE775}" destId="{560AD79D-29E6-4E2C-B4F8-A13618DA067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E5D313-BD15-4A05-9E1F-861D242CF28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ES"/>
        </a:p>
      </dgm:t>
    </dgm:pt>
    <dgm:pt modelId="{BF986411-2ACC-499C-A483-23EE6F57918F}">
      <dgm:prSet custT="1"/>
      <dgm:spPr/>
      <dgm:t>
        <a:bodyPr/>
        <a:lstStyle/>
        <a:p>
          <a:r>
            <a:rPr lang="es-ES" sz="2000" dirty="0"/>
            <a:t>Código encapsulado no manipulable </a:t>
          </a:r>
        </a:p>
      </dgm:t>
    </dgm:pt>
    <dgm:pt modelId="{5FF4AC7E-5B64-4039-AB49-8B5A9FA22FE9}" type="parTrans" cxnId="{92D0BF64-C0FC-4DA9-A10C-02F50196632B}">
      <dgm:prSet/>
      <dgm:spPr/>
      <dgm:t>
        <a:bodyPr/>
        <a:lstStyle/>
        <a:p>
          <a:endParaRPr lang="es-ES" sz="2400"/>
        </a:p>
      </dgm:t>
    </dgm:pt>
    <dgm:pt modelId="{2E5B5BE4-B802-4F0A-9CE8-3D0C61221F75}" type="sibTrans" cxnId="{92D0BF64-C0FC-4DA9-A10C-02F50196632B}">
      <dgm:prSet/>
      <dgm:spPr/>
      <dgm:t>
        <a:bodyPr/>
        <a:lstStyle/>
        <a:p>
          <a:endParaRPr lang="es-ES" sz="2400"/>
        </a:p>
      </dgm:t>
    </dgm:pt>
    <dgm:pt modelId="{B499A000-09C7-4885-A8F4-AC532136E2A0}">
      <dgm:prSet custT="1"/>
      <dgm:spPr/>
      <dgm:t>
        <a:bodyPr/>
        <a:lstStyle/>
        <a:p>
          <a:r>
            <a:rPr lang="es-ES" sz="2000"/>
            <a:t>Causalidad predeterminada de entradas y salidas </a:t>
          </a:r>
        </a:p>
      </dgm:t>
    </dgm:pt>
    <dgm:pt modelId="{245B3872-ABB7-4D21-89EC-2120B680AD98}" type="parTrans" cxnId="{ACB31EEA-E3EB-4D3A-80D1-83DC6301F89C}">
      <dgm:prSet/>
      <dgm:spPr/>
      <dgm:t>
        <a:bodyPr/>
        <a:lstStyle/>
        <a:p>
          <a:endParaRPr lang="es-ES" sz="2400"/>
        </a:p>
      </dgm:t>
    </dgm:pt>
    <dgm:pt modelId="{F0901A3F-C79A-4978-B4B2-C08A183CCB11}" type="sibTrans" cxnId="{ACB31EEA-E3EB-4D3A-80D1-83DC6301F89C}">
      <dgm:prSet/>
      <dgm:spPr/>
      <dgm:t>
        <a:bodyPr/>
        <a:lstStyle/>
        <a:p>
          <a:endParaRPr lang="es-ES" sz="2400"/>
        </a:p>
      </dgm:t>
    </dgm:pt>
    <dgm:pt modelId="{3ED55072-3D64-47A9-A900-9AF75A050A53}">
      <dgm:prSet custT="1"/>
      <dgm:spPr/>
      <dgm:t>
        <a:bodyPr/>
        <a:lstStyle/>
        <a:p>
          <a:r>
            <a:rPr lang="es-ES" sz="2000"/>
            <a:t>Bloques interconectados a nivel de variables </a:t>
          </a:r>
        </a:p>
      </dgm:t>
    </dgm:pt>
    <dgm:pt modelId="{213BA0AE-53A5-4F8C-8418-AA4ABC9D91AB}" type="parTrans" cxnId="{563FF22F-2DB8-4171-8786-694B5AA12C97}">
      <dgm:prSet/>
      <dgm:spPr/>
      <dgm:t>
        <a:bodyPr/>
        <a:lstStyle/>
        <a:p>
          <a:endParaRPr lang="es-ES" sz="2400"/>
        </a:p>
      </dgm:t>
    </dgm:pt>
    <dgm:pt modelId="{41CA79B7-5AB8-4069-818F-F86B26211B06}" type="sibTrans" cxnId="{563FF22F-2DB8-4171-8786-694B5AA12C97}">
      <dgm:prSet/>
      <dgm:spPr/>
      <dgm:t>
        <a:bodyPr/>
        <a:lstStyle/>
        <a:p>
          <a:endParaRPr lang="es-ES" sz="2400"/>
        </a:p>
      </dgm:t>
    </dgm:pt>
    <dgm:pt modelId="{502EF54F-D48D-4823-943B-3F691DC95D1E}">
      <dgm:prSet custT="1"/>
      <dgm:spPr/>
      <dgm:t>
        <a:bodyPr/>
        <a:lstStyle/>
        <a:p>
          <a:r>
            <a:rPr lang="es-ES" sz="2000"/>
            <a:t>El diagrama de bloques no suele tener una correspondencia directa con los componentes físicos del proceso</a:t>
          </a:r>
        </a:p>
      </dgm:t>
    </dgm:pt>
    <dgm:pt modelId="{904FF405-29B5-4B63-BF19-DCF88AF05E02}" type="parTrans" cxnId="{599573E5-F5F1-4B1E-8EC0-0C1D496B8DDC}">
      <dgm:prSet/>
      <dgm:spPr/>
      <dgm:t>
        <a:bodyPr/>
        <a:lstStyle/>
        <a:p>
          <a:endParaRPr lang="es-ES" sz="2400"/>
        </a:p>
      </dgm:t>
    </dgm:pt>
    <dgm:pt modelId="{DFF7FF82-8849-4E1B-B0A9-59630A91655A}" type="sibTrans" cxnId="{599573E5-F5F1-4B1E-8EC0-0C1D496B8DDC}">
      <dgm:prSet/>
      <dgm:spPr/>
      <dgm:t>
        <a:bodyPr/>
        <a:lstStyle/>
        <a:p>
          <a:endParaRPr lang="es-ES" sz="2400"/>
        </a:p>
      </dgm:t>
    </dgm:pt>
    <dgm:pt modelId="{9BE64729-C41A-49DC-94C1-90212AC26714}">
      <dgm:prSet custT="1"/>
      <dgm:spPr/>
      <dgm:t>
        <a:bodyPr/>
        <a:lstStyle/>
        <a:p>
          <a:r>
            <a:rPr lang="es-ES" sz="2000"/>
            <a:t>La descripción del modelo no se asemeja al proceso físico o a las ecuaciones </a:t>
          </a:r>
        </a:p>
      </dgm:t>
    </dgm:pt>
    <dgm:pt modelId="{5178790B-22F4-4175-8CEA-F64B41051C1B}" type="parTrans" cxnId="{FF77D889-C87E-4531-A2D4-E6E8A8171209}">
      <dgm:prSet/>
      <dgm:spPr/>
      <dgm:t>
        <a:bodyPr/>
        <a:lstStyle/>
        <a:p>
          <a:endParaRPr lang="es-ES" sz="2400"/>
        </a:p>
      </dgm:t>
    </dgm:pt>
    <dgm:pt modelId="{F6532D80-E251-4671-BBCC-3FF3F05ED6DD}" type="sibTrans" cxnId="{FF77D889-C87E-4531-A2D4-E6E8A8171209}">
      <dgm:prSet/>
      <dgm:spPr/>
      <dgm:t>
        <a:bodyPr/>
        <a:lstStyle/>
        <a:p>
          <a:endParaRPr lang="es-ES" sz="2400"/>
        </a:p>
      </dgm:t>
    </dgm:pt>
    <dgm:pt modelId="{B6293103-313B-49B6-AE50-6250B7C3E010}">
      <dgm:prSet custT="1"/>
      <dgm:spPr/>
      <dgm:t>
        <a:bodyPr/>
        <a:lstStyle/>
        <a:p>
          <a:r>
            <a:rPr lang="es-ES" sz="2000"/>
            <a:t>Sencillos e intuitivos </a:t>
          </a:r>
        </a:p>
      </dgm:t>
    </dgm:pt>
    <dgm:pt modelId="{AC987A1F-0626-4453-AA56-D16A4715480D}" type="parTrans" cxnId="{EC741905-09D5-4543-B424-FE71C518146F}">
      <dgm:prSet/>
      <dgm:spPr/>
      <dgm:t>
        <a:bodyPr/>
        <a:lstStyle/>
        <a:p>
          <a:endParaRPr lang="es-ES" sz="2400"/>
        </a:p>
      </dgm:t>
    </dgm:pt>
    <dgm:pt modelId="{66BC7EE9-34EF-4424-AFF5-FF47EE440244}" type="sibTrans" cxnId="{EC741905-09D5-4543-B424-FE71C518146F}">
      <dgm:prSet/>
      <dgm:spPr/>
      <dgm:t>
        <a:bodyPr/>
        <a:lstStyle/>
        <a:p>
          <a:endParaRPr lang="es-ES" sz="2400"/>
        </a:p>
      </dgm:t>
    </dgm:pt>
    <dgm:pt modelId="{DB7364A3-1C44-476C-B6B3-FE2FACE4021A}">
      <dgm:prSet custT="1"/>
      <dgm:spPr/>
      <dgm:t>
        <a:bodyPr/>
        <a:lstStyle/>
        <a:p>
          <a:r>
            <a:rPr lang="es-ES" sz="2000"/>
            <a:t>Dificultades de construcción y depuración con alto número de bloques </a:t>
          </a:r>
        </a:p>
      </dgm:t>
    </dgm:pt>
    <dgm:pt modelId="{D717D564-75DB-413E-9D3D-23465D089BE8}" type="parTrans" cxnId="{A1A01C9C-F85F-42A6-95B0-05BA2DA8F254}">
      <dgm:prSet/>
      <dgm:spPr/>
      <dgm:t>
        <a:bodyPr/>
        <a:lstStyle/>
        <a:p>
          <a:endParaRPr lang="es-ES" sz="2400"/>
        </a:p>
      </dgm:t>
    </dgm:pt>
    <dgm:pt modelId="{D9E88E4A-1532-4BC3-AF43-8B9DF77F35B8}" type="sibTrans" cxnId="{A1A01C9C-F85F-42A6-95B0-05BA2DA8F254}">
      <dgm:prSet/>
      <dgm:spPr/>
      <dgm:t>
        <a:bodyPr/>
        <a:lstStyle/>
        <a:p>
          <a:endParaRPr lang="es-ES" sz="2400"/>
        </a:p>
      </dgm:t>
    </dgm:pt>
    <dgm:pt modelId="{3610BB8B-0AFC-441C-8A06-98345DBC6694}">
      <dgm:prSet custT="1"/>
      <dgm:spPr/>
      <dgm:t>
        <a:bodyPr/>
        <a:lstStyle/>
        <a:p>
          <a:r>
            <a:rPr lang="es-ES" sz="2000"/>
            <a:t>Construcciones jerárquicas y modulares con causalidad computacional fija </a:t>
          </a:r>
        </a:p>
      </dgm:t>
    </dgm:pt>
    <dgm:pt modelId="{F4942040-E537-426C-AE09-457381E198A2}" type="parTrans" cxnId="{CAB6D9E9-E995-4B8D-BC4A-698B50E3027E}">
      <dgm:prSet/>
      <dgm:spPr/>
      <dgm:t>
        <a:bodyPr/>
        <a:lstStyle/>
        <a:p>
          <a:endParaRPr lang="es-ES" sz="2400"/>
        </a:p>
      </dgm:t>
    </dgm:pt>
    <dgm:pt modelId="{149E6079-E883-489A-984A-DD44DB7CC556}" type="sibTrans" cxnId="{CAB6D9E9-E995-4B8D-BC4A-698B50E3027E}">
      <dgm:prSet/>
      <dgm:spPr/>
      <dgm:t>
        <a:bodyPr/>
        <a:lstStyle/>
        <a:p>
          <a:endParaRPr lang="es-ES" sz="2400"/>
        </a:p>
      </dgm:t>
    </dgm:pt>
    <dgm:pt modelId="{CD73CB0C-BB1D-4037-A864-8D2DB4F3AEA0}" type="pres">
      <dgm:prSet presAssocID="{4EE5D313-BD15-4A05-9E1F-861D242CF28E}" presName="vert0" presStyleCnt="0">
        <dgm:presLayoutVars>
          <dgm:dir/>
          <dgm:animOne val="branch"/>
          <dgm:animLvl val="lvl"/>
        </dgm:presLayoutVars>
      </dgm:prSet>
      <dgm:spPr/>
    </dgm:pt>
    <dgm:pt modelId="{8A905FF8-D3CA-4452-AB73-5028F1594DDC}" type="pres">
      <dgm:prSet presAssocID="{BF986411-2ACC-499C-A483-23EE6F57918F}" presName="thickLine" presStyleLbl="alignNode1" presStyleIdx="0" presStyleCnt="8"/>
      <dgm:spPr/>
    </dgm:pt>
    <dgm:pt modelId="{2E297266-C8F6-47B5-AD72-CB7F7D7FC354}" type="pres">
      <dgm:prSet presAssocID="{BF986411-2ACC-499C-A483-23EE6F57918F}" presName="horz1" presStyleCnt="0"/>
      <dgm:spPr/>
    </dgm:pt>
    <dgm:pt modelId="{B8859660-7FF5-4A22-979B-7F6CE5DA3E8E}" type="pres">
      <dgm:prSet presAssocID="{BF986411-2ACC-499C-A483-23EE6F57918F}" presName="tx1" presStyleLbl="revTx" presStyleIdx="0" presStyleCnt="8"/>
      <dgm:spPr/>
    </dgm:pt>
    <dgm:pt modelId="{53C5D800-FA13-4AA2-BA19-4E8820B4584D}" type="pres">
      <dgm:prSet presAssocID="{BF986411-2ACC-499C-A483-23EE6F57918F}" presName="vert1" presStyleCnt="0"/>
      <dgm:spPr/>
    </dgm:pt>
    <dgm:pt modelId="{5ECE1744-749A-40F6-B6C3-E20941072F7A}" type="pres">
      <dgm:prSet presAssocID="{B499A000-09C7-4885-A8F4-AC532136E2A0}" presName="thickLine" presStyleLbl="alignNode1" presStyleIdx="1" presStyleCnt="8"/>
      <dgm:spPr/>
    </dgm:pt>
    <dgm:pt modelId="{37D42E5B-8CA0-4A1B-95E9-4C4AD71FB16A}" type="pres">
      <dgm:prSet presAssocID="{B499A000-09C7-4885-A8F4-AC532136E2A0}" presName="horz1" presStyleCnt="0"/>
      <dgm:spPr/>
    </dgm:pt>
    <dgm:pt modelId="{921B8D6C-00D6-4FD0-9B73-A3AFD8729316}" type="pres">
      <dgm:prSet presAssocID="{B499A000-09C7-4885-A8F4-AC532136E2A0}" presName="tx1" presStyleLbl="revTx" presStyleIdx="1" presStyleCnt="8"/>
      <dgm:spPr/>
    </dgm:pt>
    <dgm:pt modelId="{CDA2E0EC-9244-42A4-BD3C-9CFA28577318}" type="pres">
      <dgm:prSet presAssocID="{B499A000-09C7-4885-A8F4-AC532136E2A0}" presName="vert1" presStyleCnt="0"/>
      <dgm:spPr/>
    </dgm:pt>
    <dgm:pt modelId="{D761A10B-68D8-41A1-8A50-72724D430CC8}" type="pres">
      <dgm:prSet presAssocID="{3ED55072-3D64-47A9-A900-9AF75A050A53}" presName="thickLine" presStyleLbl="alignNode1" presStyleIdx="2" presStyleCnt="8"/>
      <dgm:spPr/>
    </dgm:pt>
    <dgm:pt modelId="{CFE0CF1C-E27A-4B3F-ACC4-6A6B57D55BC8}" type="pres">
      <dgm:prSet presAssocID="{3ED55072-3D64-47A9-A900-9AF75A050A53}" presName="horz1" presStyleCnt="0"/>
      <dgm:spPr/>
    </dgm:pt>
    <dgm:pt modelId="{100187ED-5722-4BCD-8D80-9687A3C3E328}" type="pres">
      <dgm:prSet presAssocID="{3ED55072-3D64-47A9-A900-9AF75A050A53}" presName="tx1" presStyleLbl="revTx" presStyleIdx="2" presStyleCnt="8"/>
      <dgm:spPr/>
    </dgm:pt>
    <dgm:pt modelId="{9B06F3EB-C057-4265-8EA1-E40031BF9CC5}" type="pres">
      <dgm:prSet presAssocID="{3ED55072-3D64-47A9-A900-9AF75A050A53}" presName="vert1" presStyleCnt="0"/>
      <dgm:spPr/>
    </dgm:pt>
    <dgm:pt modelId="{FCBE1E88-DD41-4D6E-8259-35DBF13DAF56}" type="pres">
      <dgm:prSet presAssocID="{502EF54F-D48D-4823-943B-3F691DC95D1E}" presName="thickLine" presStyleLbl="alignNode1" presStyleIdx="3" presStyleCnt="8"/>
      <dgm:spPr/>
    </dgm:pt>
    <dgm:pt modelId="{E669E959-1057-466C-9E8E-DEB1E3558E1B}" type="pres">
      <dgm:prSet presAssocID="{502EF54F-D48D-4823-943B-3F691DC95D1E}" presName="horz1" presStyleCnt="0"/>
      <dgm:spPr/>
    </dgm:pt>
    <dgm:pt modelId="{1F2C6C26-3122-4C21-85D9-908850F021E3}" type="pres">
      <dgm:prSet presAssocID="{502EF54F-D48D-4823-943B-3F691DC95D1E}" presName="tx1" presStyleLbl="revTx" presStyleIdx="3" presStyleCnt="8"/>
      <dgm:spPr/>
    </dgm:pt>
    <dgm:pt modelId="{68A858EF-FD4F-474A-8457-62A3AC3EE752}" type="pres">
      <dgm:prSet presAssocID="{502EF54F-D48D-4823-943B-3F691DC95D1E}" presName="vert1" presStyleCnt="0"/>
      <dgm:spPr/>
    </dgm:pt>
    <dgm:pt modelId="{249A93CD-913A-4300-A192-7BA2EF089501}" type="pres">
      <dgm:prSet presAssocID="{9BE64729-C41A-49DC-94C1-90212AC26714}" presName="thickLine" presStyleLbl="alignNode1" presStyleIdx="4" presStyleCnt="8"/>
      <dgm:spPr/>
    </dgm:pt>
    <dgm:pt modelId="{24FD7860-D95D-432C-BD40-98C078FF58A6}" type="pres">
      <dgm:prSet presAssocID="{9BE64729-C41A-49DC-94C1-90212AC26714}" presName="horz1" presStyleCnt="0"/>
      <dgm:spPr/>
    </dgm:pt>
    <dgm:pt modelId="{7E060C9A-F583-4009-85A5-BB9FEDEE630A}" type="pres">
      <dgm:prSet presAssocID="{9BE64729-C41A-49DC-94C1-90212AC26714}" presName="tx1" presStyleLbl="revTx" presStyleIdx="4" presStyleCnt="8"/>
      <dgm:spPr/>
    </dgm:pt>
    <dgm:pt modelId="{9EC45D30-E4E2-44DD-B76C-5542942831A9}" type="pres">
      <dgm:prSet presAssocID="{9BE64729-C41A-49DC-94C1-90212AC26714}" presName="vert1" presStyleCnt="0"/>
      <dgm:spPr/>
    </dgm:pt>
    <dgm:pt modelId="{AD4D8B36-B30A-4C8C-AE12-53D54BD933EA}" type="pres">
      <dgm:prSet presAssocID="{B6293103-313B-49B6-AE50-6250B7C3E010}" presName="thickLine" presStyleLbl="alignNode1" presStyleIdx="5" presStyleCnt="8"/>
      <dgm:spPr/>
    </dgm:pt>
    <dgm:pt modelId="{6D3CD4E6-655A-4669-8236-A82EF47261FC}" type="pres">
      <dgm:prSet presAssocID="{B6293103-313B-49B6-AE50-6250B7C3E010}" presName="horz1" presStyleCnt="0"/>
      <dgm:spPr/>
    </dgm:pt>
    <dgm:pt modelId="{7B8EE59E-F4F5-4B5E-A2F2-C5D6AE5DC7FB}" type="pres">
      <dgm:prSet presAssocID="{B6293103-313B-49B6-AE50-6250B7C3E010}" presName="tx1" presStyleLbl="revTx" presStyleIdx="5" presStyleCnt="8"/>
      <dgm:spPr/>
    </dgm:pt>
    <dgm:pt modelId="{20C7EEF6-DF59-42F5-9E65-15E9797F76DB}" type="pres">
      <dgm:prSet presAssocID="{B6293103-313B-49B6-AE50-6250B7C3E010}" presName="vert1" presStyleCnt="0"/>
      <dgm:spPr/>
    </dgm:pt>
    <dgm:pt modelId="{580AC9DF-851D-4A49-8233-45E8E90DAF3E}" type="pres">
      <dgm:prSet presAssocID="{DB7364A3-1C44-476C-B6B3-FE2FACE4021A}" presName="thickLine" presStyleLbl="alignNode1" presStyleIdx="6" presStyleCnt="8"/>
      <dgm:spPr/>
    </dgm:pt>
    <dgm:pt modelId="{D9CB2EA9-4D56-45A6-BDD5-12BB107AFBAC}" type="pres">
      <dgm:prSet presAssocID="{DB7364A3-1C44-476C-B6B3-FE2FACE4021A}" presName="horz1" presStyleCnt="0"/>
      <dgm:spPr/>
    </dgm:pt>
    <dgm:pt modelId="{7ADE5D21-2357-437C-8061-E095B42BE39A}" type="pres">
      <dgm:prSet presAssocID="{DB7364A3-1C44-476C-B6B3-FE2FACE4021A}" presName="tx1" presStyleLbl="revTx" presStyleIdx="6" presStyleCnt="8"/>
      <dgm:spPr/>
    </dgm:pt>
    <dgm:pt modelId="{EC6E2C2E-AC62-48E8-9B78-05C3715D106F}" type="pres">
      <dgm:prSet presAssocID="{DB7364A3-1C44-476C-B6B3-FE2FACE4021A}" presName="vert1" presStyleCnt="0"/>
      <dgm:spPr/>
    </dgm:pt>
    <dgm:pt modelId="{22E1098D-E9AD-408C-AF05-0638B4E5AFC2}" type="pres">
      <dgm:prSet presAssocID="{3610BB8B-0AFC-441C-8A06-98345DBC6694}" presName="thickLine" presStyleLbl="alignNode1" presStyleIdx="7" presStyleCnt="8"/>
      <dgm:spPr/>
    </dgm:pt>
    <dgm:pt modelId="{2C4E0CC9-832C-4EFE-AB43-F5BAF79054E1}" type="pres">
      <dgm:prSet presAssocID="{3610BB8B-0AFC-441C-8A06-98345DBC6694}" presName="horz1" presStyleCnt="0"/>
      <dgm:spPr/>
    </dgm:pt>
    <dgm:pt modelId="{577E2551-40BC-4C2D-AAED-68091BFCE074}" type="pres">
      <dgm:prSet presAssocID="{3610BB8B-0AFC-441C-8A06-98345DBC6694}" presName="tx1" presStyleLbl="revTx" presStyleIdx="7" presStyleCnt="8"/>
      <dgm:spPr/>
    </dgm:pt>
    <dgm:pt modelId="{E178C265-0013-44D0-9069-BC78E1B13BA9}" type="pres">
      <dgm:prSet presAssocID="{3610BB8B-0AFC-441C-8A06-98345DBC6694}" presName="vert1" presStyleCnt="0"/>
      <dgm:spPr/>
    </dgm:pt>
  </dgm:ptLst>
  <dgm:cxnLst>
    <dgm:cxn modelId="{EC741905-09D5-4543-B424-FE71C518146F}" srcId="{4EE5D313-BD15-4A05-9E1F-861D242CF28E}" destId="{B6293103-313B-49B6-AE50-6250B7C3E010}" srcOrd="5" destOrd="0" parTransId="{AC987A1F-0626-4453-AA56-D16A4715480D}" sibTransId="{66BC7EE9-34EF-4424-AFF5-FF47EE440244}"/>
    <dgm:cxn modelId="{DF434A14-A57D-43B3-9F24-B43045238FD6}" type="presOf" srcId="{B6293103-313B-49B6-AE50-6250B7C3E010}" destId="{7B8EE59E-F4F5-4B5E-A2F2-C5D6AE5DC7FB}" srcOrd="0" destOrd="0" presId="urn:microsoft.com/office/officeart/2008/layout/LinedList"/>
    <dgm:cxn modelId="{563FF22F-2DB8-4171-8786-694B5AA12C97}" srcId="{4EE5D313-BD15-4A05-9E1F-861D242CF28E}" destId="{3ED55072-3D64-47A9-A900-9AF75A050A53}" srcOrd="2" destOrd="0" parTransId="{213BA0AE-53A5-4F8C-8418-AA4ABC9D91AB}" sibTransId="{41CA79B7-5AB8-4069-818F-F86B26211B06}"/>
    <dgm:cxn modelId="{92D0BF64-C0FC-4DA9-A10C-02F50196632B}" srcId="{4EE5D313-BD15-4A05-9E1F-861D242CF28E}" destId="{BF986411-2ACC-499C-A483-23EE6F57918F}" srcOrd="0" destOrd="0" parTransId="{5FF4AC7E-5B64-4039-AB49-8B5A9FA22FE9}" sibTransId="{2E5B5BE4-B802-4F0A-9CE8-3D0C61221F75}"/>
    <dgm:cxn modelId="{FC617F5A-3997-45F9-8B87-0DACF62083DA}" type="presOf" srcId="{3ED55072-3D64-47A9-A900-9AF75A050A53}" destId="{100187ED-5722-4BCD-8D80-9687A3C3E328}" srcOrd="0" destOrd="0" presId="urn:microsoft.com/office/officeart/2008/layout/LinedList"/>
    <dgm:cxn modelId="{1CE88389-5FFB-4AB7-8AD3-3A1618B97413}" type="presOf" srcId="{502EF54F-D48D-4823-943B-3F691DC95D1E}" destId="{1F2C6C26-3122-4C21-85D9-908850F021E3}" srcOrd="0" destOrd="0" presId="urn:microsoft.com/office/officeart/2008/layout/LinedList"/>
    <dgm:cxn modelId="{FF77D889-C87E-4531-A2D4-E6E8A8171209}" srcId="{4EE5D313-BD15-4A05-9E1F-861D242CF28E}" destId="{9BE64729-C41A-49DC-94C1-90212AC26714}" srcOrd="4" destOrd="0" parTransId="{5178790B-22F4-4175-8CEA-F64B41051C1B}" sibTransId="{F6532D80-E251-4671-BBCC-3FF3F05ED6DD}"/>
    <dgm:cxn modelId="{A1A01C9C-F85F-42A6-95B0-05BA2DA8F254}" srcId="{4EE5D313-BD15-4A05-9E1F-861D242CF28E}" destId="{DB7364A3-1C44-476C-B6B3-FE2FACE4021A}" srcOrd="6" destOrd="0" parTransId="{D717D564-75DB-413E-9D3D-23465D089BE8}" sibTransId="{D9E88E4A-1532-4BC3-AF43-8B9DF77F35B8}"/>
    <dgm:cxn modelId="{4D56CFA8-20E8-4EE9-AE06-758D04DBE427}" type="presOf" srcId="{B499A000-09C7-4885-A8F4-AC532136E2A0}" destId="{921B8D6C-00D6-4FD0-9B73-A3AFD8729316}" srcOrd="0" destOrd="0" presId="urn:microsoft.com/office/officeart/2008/layout/LinedList"/>
    <dgm:cxn modelId="{E38ECBBC-48D8-442A-B9A8-3524E6A0FDD2}" type="presOf" srcId="{4EE5D313-BD15-4A05-9E1F-861D242CF28E}" destId="{CD73CB0C-BB1D-4037-A864-8D2DB4F3AEA0}" srcOrd="0" destOrd="0" presId="urn:microsoft.com/office/officeart/2008/layout/LinedList"/>
    <dgm:cxn modelId="{63A772C1-9290-4D84-8B0C-3BCF677609AB}" type="presOf" srcId="{BF986411-2ACC-499C-A483-23EE6F57918F}" destId="{B8859660-7FF5-4A22-979B-7F6CE5DA3E8E}" srcOrd="0" destOrd="0" presId="urn:microsoft.com/office/officeart/2008/layout/LinedList"/>
    <dgm:cxn modelId="{54EF82D5-4B82-409D-B1F9-C2615260CB63}" type="presOf" srcId="{9BE64729-C41A-49DC-94C1-90212AC26714}" destId="{7E060C9A-F583-4009-85A5-BB9FEDEE630A}" srcOrd="0" destOrd="0" presId="urn:microsoft.com/office/officeart/2008/layout/LinedList"/>
    <dgm:cxn modelId="{599573E5-F5F1-4B1E-8EC0-0C1D496B8DDC}" srcId="{4EE5D313-BD15-4A05-9E1F-861D242CF28E}" destId="{502EF54F-D48D-4823-943B-3F691DC95D1E}" srcOrd="3" destOrd="0" parTransId="{904FF405-29B5-4B63-BF19-DCF88AF05E02}" sibTransId="{DFF7FF82-8849-4E1B-B0A9-59630A91655A}"/>
    <dgm:cxn modelId="{55B124E8-4162-401C-AB05-04B41762E13A}" type="presOf" srcId="{3610BB8B-0AFC-441C-8A06-98345DBC6694}" destId="{577E2551-40BC-4C2D-AAED-68091BFCE074}" srcOrd="0" destOrd="0" presId="urn:microsoft.com/office/officeart/2008/layout/LinedList"/>
    <dgm:cxn modelId="{CAB6D9E9-E995-4B8D-BC4A-698B50E3027E}" srcId="{4EE5D313-BD15-4A05-9E1F-861D242CF28E}" destId="{3610BB8B-0AFC-441C-8A06-98345DBC6694}" srcOrd="7" destOrd="0" parTransId="{F4942040-E537-426C-AE09-457381E198A2}" sibTransId="{149E6079-E883-489A-984A-DD44DB7CC556}"/>
    <dgm:cxn modelId="{ACB31EEA-E3EB-4D3A-80D1-83DC6301F89C}" srcId="{4EE5D313-BD15-4A05-9E1F-861D242CF28E}" destId="{B499A000-09C7-4885-A8F4-AC532136E2A0}" srcOrd="1" destOrd="0" parTransId="{245B3872-ABB7-4D21-89EC-2120B680AD98}" sibTransId="{F0901A3F-C79A-4978-B4B2-C08A183CCB11}"/>
    <dgm:cxn modelId="{9ED4A2EE-7279-4993-B646-A7160C8E9AEF}" type="presOf" srcId="{DB7364A3-1C44-476C-B6B3-FE2FACE4021A}" destId="{7ADE5D21-2357-437C-8061-E095B42BE39A}" srcOrd="0" destOrd="0" presId="urn:microsoft.com/office/officeart/2008/layout/LinedList"/>
    <dgm:cxn modelId="{7941CAC8-447B-421D-BC27-79AAC7D4CB45}" type="presParOf" srcId="{CD73CB0C-BB1D-4037-A864-8D2DB4F3AEA0}" destId="{8A905FF8-D3CA-4452-AB73-5028F1594DDC}" srcOrd="0" destOrd="0" presId="urn:microsoft.com/office/officeart/2008/layout/LinedList"/>
    <dgm:cxn modelId="{84E03E2C-5513-4999-BECD-696CC600A437}" type="presParOf" srcId="{CD73CB0C-BB1D-4037-A864-8D2DB4F3AEA0}" destId="{2E297266-C8F6-47B5-AD72-CB7F7D7FC354}" srcOrd="1" destOrd="0" presId="urn:microsoft.com/office/officeart/2008/layout/LinedList"/>
    <dgm:cxn modelId="{AC82D394-6966-4BE6-9861-4A58189C7CA5}" type="presParOf" srcId="{2E297266-C8F6-47B5-AD72-CB7F7D7FC354}" destId="{B8859660-7FF5-4A22-979B-7F6CE5DA3E8E}" srcOrd="0" destOrd="0" presId="urn:microsoft.com/office/officeart/2008/layout/LinedList"/>
    <dgm:cxn modelId="{573C3AB5-CBF4-43DF-A74A-42EEC3157E22}" type="presParOf" srcId="{2E297266-C8F6-47B5-AD72-CB7F7D7FC354}" destId="{53C5D800-FA13-4AA2-BA19-4E8820B4584D}" srcOrd="1" destOrd="0" presId="urn:microsoft.com/office/officeart/2008/layout/LinedList"/>
    <dgm:cxn modelId="{A510E17A-65B0-4368-AE87-E9F8F7A1CB03}" type="presParOf" srcId="{CD73CB0C-BB1D-4037-A864-8D2DB4F3AEA0}" destId="{5ECE1744-749A-40F6-B6C3-E20941072F7A}" srcOrd="2" destOrd="0" presId="urn:microsoft.com/office/officeart/2008/layout/LinedList"/>
    <dgm:cxn modelId="{F17C509B-C5C2-4865-B9CF-2413E444BB4B}" type="presParOf" srcId="{CD73CB0C-BB1D-4037-A864-8D2DB4F3AEA0}" destId="{37D42E5B-8CA0-4A1B-95E9-4C4AD71FB16A}" srcOrd="3" destOrd="0" presId="urn:microsoft.com/office/officeart/2008/layout/LinedList"/>
    <dgm:cxn modelId="{0F7F85D6-9749-41E4-BE43-00BCBBD6DEAA}" type="presParOf" srcId="{37D42E5B-8CA0-4A1B-95E9-4C4AD71FB16A}" destId="{921B8D6C-00D6-4FD0-9B73-A3AFD8729316}" srcOrd="0" destOrd="0" presId="urn:microsoft.com/office/officeart/2008/layout/LinedList"/>
    <dgm:cxn modelId="{4B3A13B8-90B9-462E-9DED-7646633728E7}" type="presParOf" srcId="{37D42E5B-8CA0-4A1B-95E9-4C4AD71FB16A}" destId="{CDA2E0EC-9244-42A4-BD3C-9CFA28577318}" srcOrd="1" destOrd="0" presId="urn:microsoft.com/office/officeart/2008/layout/LinedList"/>
    <dgm:cxn modelId="{93F8F876-75D0-48EB-8714-8550FEA4EA6A}" type="presParOf" srcId="{CD73CB0C-BB1D-4037-A864-8D2DB4F3AEA0}" destId="{D761A10B-68D8-41A1-8A50-72724D430CC8}" srcOrd="4" destOrd="0" presId="urn:microsoft.com/office/officeart/2008/layout/LinedList"/>
    <dgm:cxn modelId="{85BC1A4D-FECA-42A6-8FA2-D252AEFD742F}" type="presParOf" srcId="{CD73CB0C-BB1D-4037-A864-8D2DB4F3AEA0}" destId="{CFE0CF1C-E27A-4B3F-ACC4-6A6B57D55BC8}" srcOrd="5" destOrd="0" presId="urn:microsoft.com/office/officeart/2008/layout/LinedList"/>
    <dgm:cxn modelId="{B5E6E3FB-3488-4318-B966-2C6F44EAD61F}" type="presParOf" srcId="{CFE0CF1C-E27A-4B3F-ACC4-6A6B57D55BC8}" destId="{100187ED-5722-4BCD-8D80-9687A3C3E328}" srcOrd="0" destOrd="0" presId="urn:microsoft.com/office/officeart/2008/layout/LinedList"/>
    <dgm:cxn modelId="{B1D54CD4-31F2-4684-AFD8-711D5824E1B6}" type="presParOf" srcId="{CFE0CF1C-E27A-4B3F-ACC4-6A6B57D55BC8}" destId="{9B06F3EB-C057-4265-8EA1-E40031BF9CC5}" srcOrd="1" destOrd="0" presId="urn:microsoft.com/office/officeart/2008/layout/LinedList"/>
    <dgm:cxn modelId="{E846F5E9-A014-4FEC-B2E1-1F5436DFCF3B}" type="presParOf" srcId="{CD73CB0C-BB1D-4037-A864-8D2DB4F3AEA0}" destId="{FCBE1E88-DD41-4D6E-8259-35DBF13DAF56}" srcOrd="6" destOrd="0" presId="urn:microsoft.com/office/officeart/2008/layout/LinedList"/>
    <dgm:cxn modelId="{5A75D1DA-5766-4005-9943-1E349539AD86}" type="presParOf" srcId="{CD73CB0C-BB1D-4037-A864-8D2DB4F3AEA0}" destId="{E669E959-1057-466C-9E8E-DEB1E3558E1B}" srcOrd="7" destOrd="0" presId="urn:microsoft.com/office/officeart/2008/layout/LinedList"/>
    <dgm:cxn modelId="{85E3E194-07A2-4B94-9E00-C3A2655191B3}" type="presParOf" srcId="{E669E959-1057-466C-9E8E-DEB1E3558E1B}" destId="{1F2C6C26-3122-4C21-85D9-908850F021E3}" srcOrd="0" destOrd="0" presId="urn:microsoft.com/office/officeart/2008/layout/LinedList"/>
    <dgm:cxn modelId="{C4DE3D6F-4D33-4262-A32D-CC6D130B8225}" type="presParOf" srcId="{E669E959-1057-466C-9E8E-DEB1E3558E1B}" destId="{68A858EF-FD4F-474A-8457-62A3AC3EE752}" srcOrd="1" destOrd="0" presId="urn:microsoft.com/office/officeart/2008/layout/LinedList"/>
    <dgm:cxn modelId="{4E18D552-310E-4CE7-A44D-DAA2B0083272}" type="presParOf" srcId="{CD73CB0C-BB1D-4037-A864-8D2DB4F3AEA0}" destId="{249A93CD-913A-4300-A192-7BA2EF089501}" srcOrd="8" destOrd="0" presId="urn:microsoft.com/office/officeart/2008/layout/LinedList"/>
    <dgm:cxn modelId="{117D5963-B5C8-42B6-9941-D4EC4D7FED18}" type="presParOf" srcId="{CD73CB0C-BB1D-4037-A864-8D2DB4F3AEA0}" destId="{24FD7860-D95D-432C-BD40-98C078FF58A6}" srcOrd="9" destOrd="0" presId="urn:microsoft.com/office/officeart/2008/layout/LinedList"/>
    <dgm:cxn modelId="{05B715B5-059D-4089-AFE2-CCD9E296E192}" type="presParOf" srcId="{24FD7860-D95D-432C-BD40-98C078FF58A6}" destId="{7E060C9A-F583-4009-85A5-BB9FEDEE630A}" srcOrd="0" destOrd="0" presId="urn:microsoft.com/office/officeart/2008/layout/LinedList"/>
    <dgm:cxn modelId="{BCE5731D-95E7-478E-9E3F-681B7C090165}" type="presParOf" srcId="{24FD7860-D95D-432C-BD40-98C078FF58A6}" destId="{9EC45D30-E4E2-44DD-B76C-5542942831A9}" srcOrd="1" destOrd="0" presId="urn:microsoft.com/office/officeart/2008/layout/LinedList"/>
    <dgm:cxn modelId="{46D5AED0-0663-4019-B2F3-7456FCF69484}" type="presParOf" srcId="{CD73CB0C-BB1D-4037-A864-8D2DB4F3AEA0}" destId="{AD4D8B36-B30A-4C8C-AE12-53D54BD933EA}" srcOrd="10" destOrd="0" presId="urn:microsoft.com/office/officeart/2008/layout/LinedList"/>
    <dgm:cxn modelId="{A8FE3361-4E72-493A-A5A7-03CA47CDFC2B}" type="presParOf" srcId="{CD73CB0C-BB1D-4037-A864-8D2DB4F3AEA0}" destId="{6D3CD4E6-655A-4669-8236-A82EF47261FC}" srcOrd="11" destOrd="0" presId="urn:microsoft.com/office/officeart/2008/layout/LinedList"/>
    <dgm:cxn modelId="{EF5291FB-94D6-4934-8485-C483BA5B784F}" type="presParOf" srcId="{6D3CD4E6-655A-4669-8236-A82EF47261FC}" destId="{7B8EE59E-F4F5-4B5E-A2F2-C5D6AE5DC7FB}" srcOrd="0" destOrd="0" presId="urn:microsoft.com/office/officeart/2008/layout/LinedList"/>
    <dgm:cxn modelId="{022BE9DB-80BC-42DC-ADD0-0D20D79BF824}" type="presParOf" srcId="{6D3CD4E6-655A-4669-8236-A82EF47261FC}" destId="{20C7EEF6-DF59-42F5-9E65-15E9797F76DB}" srcOrd="1" destOrd="0" presId="urn:microsoft.com/office/officeart/2008/layout/LinedList"/>
    <dgm:cxn modelId="{BA7A6D6F-00C4-4832-B72F-A3002F03120A}" type="presParOf" srcId="{CD73CB0C-BB1D-4037-A864-8D2DB4F3AEA0}" destId="{580AC9DF-851D-4A49-8233-45E8E90DAF3E}" srcOrd="12" destOrd="0" presId="urn:microsoft.com/office/officeart/2008/layout/LinedList"/>
    <dgm:cxn modelId="{FA42900E-2DDA-4CBB-B27A-8D538ED6E31D}" type="presParOf" srcId="{CD73CB0C-BB1D-4037-A864-8D2DB4F3AEA0}" destId="{D9CB2EA9-4D56-45A6-BDD5-12BB107AFBAC}" srcOrd="13" destOrd="0" presId="urn:microsoft.com/office/officeart/2008/layout/LinedList"/>
    <dgm:cxn modelId="{FE502F59-C5FE-4D2C-B4E2-A1CEC3CB0726}" type="presParOf" srcId="{D9CB2EA9-4D56-45A6-BDD5-12BB107AFBAC}" destId="{7ADE5D21-2357-437C-8061-E095B42BE39A}" srcOrd="0" destOrd="0" presId="urn:microsoft.com/office/officeart/2008/layout/LinedList"/>
    <dgm:cxn modelId="{B4217B3B-7D7A-43E8-810C-B185B8C79528}" type="presParOf" srcId="{D9CB2EA9-4D56-45A6-BDD5-12BB107AFBAC}" destId="{EC6E2C2E-AC62-48E8-9B78-05C3715D106F}" srcOrd="1" destOrd="0" presId="urn:microsoft.com/office/officeart/2008/layout/LinedList"/>
    <dgm:cxn modelId="{5249BADC-DECE-4130-AD70-05F2FA6DD6EB}" type="presParOf" srcId="{CD73CB0C-BB1D-4037-A864-8D2DB4F3AEA0}" destId="{22E1098D-E9AD-408C-AF05-0638B4E5AFC2}" srcOrd="14" destOrd="0" presId="urn:microsoft.com/office/officeart/2008/layout/LinedList"/>
    <dgm:cxn modelId="{A8D2CF46-7226-4314-A458-34B3084F7DB7}" type="presParOf" srcId="{CD73CB0C-BB1D-4037-A864-8D2DB4F3AEA0}" destId="{2C4E0CC9-832C-4EFE-AB43-F5BAF79054E1}" srcOrd="15" destOrd="0" presId="urn:microsoft.com/office/officeart/2008/layout/LinedList"/>
    <dgm:cxn modelId="{090E50F9-1959-472D-9629-B9AD4A39CC6D}" type="presParOf" srcId="{2C4E0CC9-832C-4EFE-AB43-F5BAF79054E1}" destId="{577E2551-40BC-4C2D-AAED-68091BFCE074}" srcOrd="0" destOrd="0" presId="urn:microsoft.com/office/officeart/2008/layout/LinedList"/>
    <dgm:cxn modelId="{2C52E6DA-8312-467C-8BA4-02A638C5CB75}" type="presParOf" srcId="{2C4E0CC9-832C-4EFE-AB43-F5BAF79054E1}" destId="{E178C265-0013-44D0-9069-BC78E1B13B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9666E-A5EA-4EBF-BF27-9DDD315EC8E9}">
      <dsp:nvSpPr>
        <dsp:cNvPr id="0" name=""/>
        <dsp:cNvSpPr/>
      </dsp:nvSpPr>
      <dsp:spPr>
        <a:xfrm>
          <a:off x="1170" y="15786"/>
          <a:ext cx="2739690" cy="1369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Lenguajes orientados a bloques </a:t>
          </a:r>
        </a:p>
      </dsp:txBody>
      <dsp:txXfrm>
        <a:off x="41291" y="55907"/>
        <a:ext cx="2659448" cy="1289603"/>
      </dsp:txXfrm>
    </dsp:sp>
    <dsp:sp modelId="{D0EC2823-1B2E-4832-ABC9-C85C5E6330AE}">
      <dsp:nvSpPr>
        <dsp:cNvPr id="0" name=""/>
        <dsp:cNvSpPr/>
      </dsp:nvSpPr>
      <dsp:spPr>
        <a:xfrm>
          <a:off x="3425784" y="15786"/>
          <a:ext cx="2739690" cy="1369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• Lenguajes orientados a expresiones CSSL’67 </a:t>
          </a:r>
        </a:p>
      </dsp:txBody>
      <dsp:txXfrm>
        <a:off x="3465905" y="55907"/>
        <a:ext cx="2659448" cy="1289603"/>
      </dsp:txXfrm>
    </dsp:sp>
    <dsp:sp modelId="{BBAFDBEE-CA0F-4099-8D37-86F756F81C7A}">
      <dsp:nvSpPr>
        <dsp:cNvPr id="0" name=""/>
        <dsp:cNvSpPr/>
      </dsp:nvSpPr>
      <dsp:spPr>
        <a:xfrm>
          <a:off x="6850398" y="15786"/>
          <a:ext cx="2739690" cy="13698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Lenguajes orientado a ecuaciones (Lenguajes de modelado)</a:t>
          </a:r>
        </a:p>
      </dsp:txBody>
      <dsp:txXfrm>
        <a:off x="6890519" y="55907"/>
        <a:ext cx="2659448" cy="1289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05FF8-D3CA-4452-AB73-5028F1594DDC}">
      <dsp:nvSpPr>
        <dsp:cNvPr id="0" name=""/>
        <dsp:cNvSpPr/>
      </dsp:nvSpPr>
      <dsp:spPr>
        <a:xfrm>
          <a:off x="0" y="0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59660-7FF5-4A22-979B-7F6CE5DA3E8E}">
      <dsp:nvSpPr>
        <dsp:cNvPr id="0" name=""/>
        <dsp:cNvSpPr/>
      </dsp:nvSpPr>
      <dsp:spPr>
        <a:xfrm>
          <a:off x="0" y="0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Código encapsulado no manipulable </a:t>
          </a:r>
        </a:p>
      </dsp:txBody>
      <dsp:txXfrm>
        <a:off x="0" y="0"/>
        <a:ext cx="10237304" cy="692011"/>
      </dsp:txXfrm>
    </dsp:sp>
    <dsp:sp modelId="{5ECE1744-749A-40F6-B6C3-E20941072F7A}">
      <dsp:nvSpPr>
        <dsp:cNvPr id="0" name=""/>
        <dsp:cNvSpPr/>
      </dsp:nvSpPr>
      <dsp:spPr>
        <a:xfrm>
          <a:off x="0" y="692011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B8D6C-00D6-4FD0-9B73-A3AFD8729316}">
      <dsp:nvSpPr>
        <dsp:cNvPr id="0" name=""/>
        <dsp:cNvSpPr/>
      </dsp:nvSpPr>
      <dsp:spPr>
        <a:xfrm>
          <a:off x="0" y="692011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Causalidad predeterminada de entradas y salidas </a:t>
          </a:r>
        </a:p>
      </dsp:txBody>
      <dsp:txXfrm>
        <a:off x="0" y="692011"/>
        <a:ext cx="10237304" cy="692011"/>
      </dsp:txXfrm>
    </dsp:sp>
    <dsp:sp modelId="{D761A10B-68D8-41A1-8A50-72724D430CC8}">
      <dsp:nvSpPr>
        <dsp:cNvPr id="0" name=""/>
        <dsp:cNvSpPr/>
      </dsp:nvSpPr>
      <dsp:spPr>
        <a:xfrm>
          <a:off x="0" y="1384023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187ED-5722-4BCD-8D80-9687A3C3E328}">
      <dsp:nvSpPr>
        <dsp:cNvPr id="0" name=""/>
        <dsp:cNvSpPr/>
      </dsp:nvSpPr>
      <dsp:spPr>
        <a:xfrm>
          <a:off x="0" y="1384023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Bloques interconectados a nivel de variables </a:t>
          </a:r>
        </a:p>
      </dsp:txBody>
      <dsp:txXfrm>
        <a:off x="0" y="1384023"/>
        <a:ext cx="10237304" cy="692011"/>
      </dsp:txXfrm>
    </dsp:sp>
    <dsp:sp modelId="{FCBE1E88-DD41-4D6E-8259-35DBF13DAF56}">
      <dsp:nvSpPr>
        <dsp:cNvPr id="0" name=""/>
        <dsp:cNvSpPr/>
      </dsp:nvSpPr>
      <dsp:spPr>
        <a:xfrm>
          <a:off x="0" y="2076035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C6C26-3122-4C21-85D9-908850F021E3}">
      <dsp:nvSpPr>
        <dsp:cNvPr id="0" name=""/>
        <dsp:cNvSpPr/>
      </dsp:nvSpPr>
      <dsp:spPr>
        <a:xfrm>
          <a:off x="0" y="2076035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El diagrama de bloques no suele tener una correspondencia directa con los componentes físicos del proceso</a:t>
          </a:r>
        </a:p>
      </dsp:txBody>
      <dsp:txXfrm>
        <a:off x="0" y="2076035"/>
        <a:ext cx="10237304" cy="692011"/>
      </dsp:txXfrm>
    </dsp:sp>
    <dsp:sp modelId="{249A93CD-913A-4300-A192-7BA2EF089501}">
      <dsp:nvSpPr>
        <dsp:cNvPr id="0" name=""/>
        <dsp:cNvSpPr/>
      </dsp:nvSpPr>
      <dsp:spPr>
        <a:xfrm>
          <a:off x="0" y="2768047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60C9A-F583-4009-85A5-BB9FEDEE630A}">
      <dsp:nvSpPr>
        <dsp:cNvPr id="0" name=""/>
        <dsp:cNvSpPr/>
      </dsp:nvSpPr>
      <dsp:spPr>
        <a:xfrm>
          <a:off x="0" y="2768047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La descripción del modelo no se asemeja al proceso físico o a las ecuaciones </a:t>
          </a:r>
        </a:p>
      </dsp:txBody>
      <dsp:txXfrm>
        <a:off x="0" y="2768047"/>
        <a:ext cx="10237304" cy="692011"/>
      </dsp:txXfrm>
    </dsp:sp>
    <dsp:sp modelId="{AD4D8B36-B30A-4C8C-AE12-53D54BD933EA}">
      <dsp:nvSpPr>
        <dsp:cNvPr id="0" name=""/>
        <dsp:cNvSpPr/>
      </dsp:nvSpPr>
      <dsp:spPr>
        <a:xfrm>
          <a:off x="0" y="3460059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EE59E-F4F5-4B5E-A2F2-C5D6AE5DC7FB}">
      <dsp:nvSpPr>
        <dsp:cNvPr id="0" name=""/>
        <dsp:cNvSpPr/>
      </dsp:nvSpPr>
      <dsp:spPr>
        <a:xfrm>
          <a:off x="0" y="3460059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Sencillos e intuitivos </a:t>
          </a:r>
        </a:p>
      </dsp:txBody>
      <dsp:txXfrm>
        <a:off x="0" y="3460059"/>
        <a:ext cx="10237304" cy="692011"/>
      </dsp:txXfrm>
    </dsp:sp>
    <dsp:sp modelId="{580AC9DF-851D-4A49-8233-45E8E90DAF3E}">
      <dsp:nvSpPr>
        <dsp:cNvPr id="0" name=""/>
        <dsp:cNvSpPr/>
      </dsp:nvSpPr>
      <dsp:spPr>
        <a:xfrm>
          <a:off x="0" y="4152071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E5D21-2357-437C-8061-E095B42BE39A}">
      <dsp:nvSpPr>
        <dsp:cNvPr id="0" name=""/>
        <dsp:cNvSpPr/>
      </dsp:nvSpPr>
      <dsp:spPr>
        <a:xfrm>
          <a:off x="0" y="4152071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Dificultades de construcción y depuración con alto número de bloques </a:t>
          </a:r>
        </a:p>
      </dsp:txBody>
      <dsp:txXfrm>
        <a:off x="0" y="4152071"/>
        <a:ext cx="10237304" cy="692011"/>
      </dsp:txXfrm>
    </dsp:sp>
    <dsp:sp modelId="{22E1098D-E9AD-408C-AF05-0638B4E5AFC2}">
      <dsp:nvSpPr>
        <dsp:cNvPr id="0" name=""/>
        <dsp:cNvSpPr/>
      </dsp:nvSpPr>
      <dsp:spPr>
        <a:xfrm>
          <a:off x="0" y="4844083"/>
          <a:ext cx="102373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E2551-40BC-4C2D-AAED-68091BFCE074}">
      <dsp:nvSpPr>
        <dsp:cNvPr id="0" name=""/>
        <dsp:cNvSpPr/>
      </dsp:nvSpPr>
      <dsp:spPr>
        <a:xfrm>
          <a:off x="0" y="4844083"/>
          <a:ext cx="10237304" cy="692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Construcciones jerárquicas y modulares con causalidad computacional fija </a:t>
          </a:r>
        </a:p>
      </dsp:txBody>
      <dsp:txXfrm>
        <a:off x="0" y="4844083"/>
        <a:ext cx="10237304" cy="692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906B4-C861-478C-924F-BE6A8D882B98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684BE8-8787-40DF-82B8-801435A200B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117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 sistema consiste en un carrito al que se le aplica una fuerza externa con el fin de provocar su movimiento a una velocidad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determinada. Están implicadas la fuerza externa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E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s-E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𝐹𝑝</m:t>
                        </m:r>
                      </m:e>
                    </m:acc>
                  </m:oMath>
                </a14:m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aplicada sobre el carrito y la fuerza de rozamiento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b</m:t>
                    </m:r>
                    <m:rad>
                      <m:radPr>
                        <m:degHide m:val="on"/>
                        <m:ctrlPr>
                          <a:rPr lang="es-E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⃗"/>
                            <m:ctrlPr>
                              <a:rPr lang="es-E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s-E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</m:rad>
                  </m:oMath>
                </a14:m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 También se contemplan en la descripción del sistema, el coeficiente de rozamiento (b) y la masa del carrito (m).</a:t>
                </a:r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 sistema consiste en un carrito al que se le aplica una fuerza externa con el fin de provocar su movimiento a una velocidad (</a:t>
                </a:r>
                <a:r>
                  <a:rPr lang="es-ES" sz="18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𝑣 ⃗</a:t>
                </a:r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determinada. Están implicadas la fuerza externa (</a:t>
                </a:r>
                <a:r>
                  <a:rPr lang="es-ES" sz="1800" i="0"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s-ES" sz="18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𝐹𝑝) ⃗</a:t>
                </a:r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aplicada sobre el carrito y la fuerza de rozamiento (</a:t>
                </a:r>
                <a:r>
                  <a:rPr lang="es-ES" sz="1800" b="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s-ES" sz="1800" i="0">
                    <a:effectLst/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√(</a:t>
                </a:r>
                <a:r>
                  <a:rPr lang="es-ES" sz="1800" i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𝑣 ⃗ )</a:t>
                </a:r>
                <a:r>
                  <a:rPr lang="es-ES" sz="18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 También se contemplan en la descripción del sistema, el coeficiente de rozamiento (b) y la masa del carrito (m).</a:t>
                </a:r>
              </a:p>
              <a:p>
                <a:endParaRPr lang="es-ES" dirty="0"/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84BE8-8787-40DF-82B8-801435A200B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242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684BE8-8787-40DF-82B8-801435A200B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6189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306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02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362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38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7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02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73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19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226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989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88CAE80-E6B2-4FF0-A3CB-917CF52BD11B}" type="datetimeFigureOut">
              <a:rPr lang="es-ES" smtClean="0"/>
              <a:t>15/05/2024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02B52FD-DCF6-44A7-8384-8535796469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35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6E783-2558-4DEA-A632-F2BD92D7A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Simulación del sistema mecánico de un carrito en Simulink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B5700-28D2-4D33-A357-B4A36805F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785191"/>
          </a:xfrm>
        </p:spPr>
        <p:txBody>
          <a:bodyPr/>
          <a:lstStyle/>
          <a:p>
            <a:r>
              <a:rPr lang="es-ES" dirty="0"/>
              <a:t>TRABAJO FINAL DE HERRAMIENTAS INTERACITVAS DE SIMULACIÓN Y CONTROL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3AC49C-3432-4981-ACC8-6FD5F9663342}"/>
              </a:ext>
            </a:extLst>
          </p:cNvPr>
          <p:cNvSpPr/>
          <p:nvPr/>
        </p:nvSpPr>
        <p:spPr>
          <a:xfrm>
            <a:off x="1261872" y="5868215"/>
            <a:ext cx="29177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Arlet Acosta González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E8E08B-49A6-46E2-9BDC-0372A21F39A5}"/>
              </a:ext>
            </a:extLst>
          </p:cNvPr>
          <p:cNvSpPr/>
          <p:nvPr/>
        </p:nvSpPr>
        <p:spPr>
          <a:xfrm>
            <a:off x="7618846" y="5868215"/>
            <a:ext cx="400301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Máster en Sistemas Inteligentes</a:t>
            </a:r>
          </a:p>
          <a:p>
            <a:pPr algn="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Universidad de Salamanca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1CCA52-E724-4016-A134-C47E77F40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213" y="158788"/>
            <a:ext cx="2387957" cy="6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3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B4649-E9DD-40FF-AAA5-EDE2AB5EE9F2}"/>
              </a:ext>
            </a:extLst>
          </p:cNvPr>
          <p:cNvSpPr txBox="1"/>
          <p:nvPr/>
        </p:nvSpPr>
        <p:spPr>
          <a:xfrm>
            <a:off x="347869" y="298331"/>
            <a:ext cx="10237305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</a:pPr>
            <a:r>
              <a:rPr lang="es-ES" sz="3600" kern="0" dirty="0">
                <a:ln w="0"/>
                <a:solidFill>
                  <a:schemeClr val="accent1"/>
                </a:solidFill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Definición de lenguaje de simulación y criterios para su clasificación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3EA604-4E57-4292-8997-05984D599592}"/>
              </a:ext>
            </a:extLst>
          </p:cNvPr>
          <p:cNvSpPr txBox="1"/>
          <p:nvPr/>
        </p:nvSpPr>
        <p:spPr>
          <a:xfrm>
            <a:off x="347869" y="1966102"/>
            <a:ext cx="10704443" cy="38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es-ES" sz="2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lenguaje de simulación</a:t>
            </a: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 un programa de ordenador que facilita:</a:t>
            </a:r>
          </a:p>
          <a:p>
            <a:pPr marL="449580"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La descripción del modelo y la asignación de causalidad computacional</a:t>
            </a:r>
          </a:p>
          <a:p>
            <a:pPr marL="449580"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La descripción de los experimentos a realizar sobre el mismo</a:t>
            </a:r>
          </a:p>
          <a:p>
            <a:pPr marL="449580"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La resolución numérica del sistema de ecuaciones resultante</a:t>
            </a:r>
          </a:p>
          <a:p>
            <a:pPr marL="449580"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La visualización de los resultados y el uso de la simulación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ES" sz="24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lenguajes de simulación permiten describir de forma modular las ecuaciones del modelo y describir distintos experimentos.</a:t>
            </a:r>
          </a:p>
        </p:txBody>
      </p:sp>
    </p:spTree>
    <p:extLst>
      <p:ext uri="{BB962C8B-B14F-4D97-AF65-F5344CB8AC3E}">
        <p14:creationId xmlns:p14="http://schemas.microsoft.com/office/powerpoint/2010/main" val="109003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A325693-79C7-4E0A-9F08-C51CD4F8C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529367"/>
              </p:ext>
            </p:extLst>
          </p:nvPr>
        </p:nvGraphicFramePr>
        <p:xfrm>
          <a:off x="815008" y="2666572"/>
          <a:ext cx="9591260" cy="1401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D49AA795-0C88-46F5-811C-1E5A7D0FF798}"/>
              </a:ext>
            </a:extLst>
          </p:cNvPr>
          <p:cNvSpPr txBox="1"/>
          <p:nvPr/>
        </p:nvSpPr>
        <p:spPr>
          <a:xfrm>
            <a:off x="616223" y="1881382"/>
            <a:ext cx="7751027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400" b="1" u="sng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¿Cómo soportan la modularidad los lenguajes de simulación? </a:t>
            </a:r>
          </a:p>
        </p:txBody>
      </p:sp>
    </p:spTree>
    <p:extLst>
      <p:ext uri="{BB962C8B-B14F-4D97-AF65-F5344CB8AC3E}">
        <p14:creationId xmlns:p14="http://schemas.microsoft.com/office/powerpoint/2010/main" val="71851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17151B3-658E-462A-A0EF-649961B1AEA1}"/>
              </a:ext>
            </a:extLst>
          </p:cNvPr>
          <p:cNvSpPr txBox="1"/>
          <p:nvPr/>
        </p:nvSpPr>
        <p:spPr>
          <a:xfrm>
            <a:off x="427383" y="299242"/>
            <a:ext cx="9640956" cy="662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 algn="just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</a:pPr>
            <a:r>
              <a:rPr lang="es-ES" sz="3600" kern="0" dirty="0">
                <a:ln w="0"/>
                <a:solidFill>
                  <a:schemeClr val="accent1"/>
                </a:solidFill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Características de los lenguajes orientados a bloques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C1BEDC0-5AA4-46F0-BDC9-D772781F3A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664785"/>
              </p:ext>
            </p:extLst>
          </p:nvPr>
        </p:nvGraphicFramePr>
        <p:xfrm>
          <a:off x="526772" y="1123122"/>
          <a:ext cx="10237305" cy="5536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418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02EE679-BC3A-4C7F-8810-698301B11765}"/>
              </a:ext>
            </a:extLst>
          </p:cNvPr>
          <p:cNvSpPr txBox="1"/>
          <p:nvPr/>
        </p:nvSpPr>
        <p:spPr>
          <a:xfrm>
            <a:off x="-178903" y="221565"/>
            <a:ext cx="11082130" cy="1255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Bef>
                <a:spcPts val="1800"/>
              </a:spcBef>
            </a:pPr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Descripción del funcionamiento del sistema y las variables de interés y modelo matemático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DC56C9-AEA2-4103-96F3-1F56C42D805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42788" y="2002702"/>
            <a:ext cx="3182907" cy="216419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60182E-C5BC-4AD7-867E-EC96EA16EA43}"/>
              </a:ext>
            </a:extLst>
          </p:cNvPr>
          <p:cNvSpPr txBox="1"/>
          <p:nvPr/>
        </p:nvSpPr>
        <p:spPr>
          <a:xfrm>
            <a:off x="303143" y="1681687"/>
            <a:ext cx="7658099" cy="73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0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ecuación diferencial del modelo matemático no lineal (2ª ley de Newton) que describe el sistema es la siguiente: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C1E81DE-2EDE-45CC-96CE-FB1AD7661A72}"/>
                  </a:ext>
                </a:extLst>
              </p:cNvPr>
              <p:cNvSpPr txBox="1"/>
              <p:nvPr/>
            </p:nvSpPr>
            <p:spPr>
              <a:xfrm>
                <a:off x="869674" y="2622499"/>
                <a:ext cx="6192078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C1E81DE-2EDE-45CC-96CE-FB1AD7661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4" y="2622499"/>
                <a:ext cx="6192078" cy="61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A9BD6B7-FE35-490B-8392-E134F607AF97}"/>
                  </a:ext>
                </a:extLst>
              </p:cNvPr>
              <p:cNvSpPr txBox="1"/>
              <p:nvPr/>
            </p:nvSpPr>
            <p:spPr>
              <a:xfrm>
                <a:off x="472108" y="3455142"/>
                <a:ext cx="7658099" cy="3045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20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Donde: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20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Variable manipulada (entrada): F (N), Fuerza externa aplicada al carrito 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20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Variable controlada (salida): v (m/s), velocidad del carrito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2000" dirty="0"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m: masa del carrito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s-E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⃗"/>
                            <m:ctrlPr>
                              <a:rPr lang="es-E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rad>
                    <m:r>
                      <a:rPr lang="es-E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000" dirty="0"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:Fuerza de rozamiento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20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b: coeficiente de rozamiento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es-ES" sz="2000" dirty="0">
                  <a:effectLst/>
                  <a:latin typeface="Calibri Light" panose="020F03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A9BD6B7-FE35-490B-8392-E134F607A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08" y="3455142"/>
                <a:ext cx="7658099" cy="3045001"/>
              </a:xfrm>
              <a:prstGeom prst="rect">
                <a:avLst/>
              </a:prstGeom>
              <a:blipFill>
                <a:blip r:embed="rId5"/>
                <a:stretch>
                  <a:fillRect l="-796" t="-100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668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4287447-8C92-440E-85E1-9BD164FD457F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171" t="4867" r="15660" b="3872"/>
          <a:stretch/>
        </p:blipFill>
        <p:spPr bwMode="auto">
          <a:xfrm>
            <a:off x="2292437" y="2759325"/>
            <a:ext cx="6747138" cy="3056265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E29705C-1BC9-4671-A60E-2F2261390BD7}"/>
              </a:ext>
            </a:extLst>
          </p:cNvPr>
          <p:cNvSpPr/>
          <p:nvPr/>
        </p:nvSpPr>
        <p:spPr>
          <a:xfrm>
            <a:off x="288708" y="372735"/>
            <a:ext cx="74735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</a:rPr>
              <a:t>Representación del sistema en Simulink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F9F98C2-5ADC-4116-B1DC-80FD0FA00C06}"/>
                  </a:ext>
                </a:extLst>
              </p:cNvPr>
              <p:cNvSpPr txBox="1"/>
              <p:nvPr/>
            </p:nvSpPr>
            <p:spPr>
              <a:xfrm>
                <a:off x="1911894" y="1580072"/>
                <a:ext cx="6192078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𝑏</m:t>
                      </m:r>
                      <m:rad>
                        <m:radPr>
                          <m:degHide m:val="on"/>
                          <m:ctrlPr>
                            <a:rPr lang="es-E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E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F9F98C2-5ADC-4116-B1DC-80FD0FA00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894" y="1580072"/>
                <a:ext cx="6192078" cy="6182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05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1427F2A-19B2-42EF-BFD8-C0BEFC8F35C8}"/>
              </a:ext>
            </a:extLst>
          </p:cNvPr>
          <p:cNvSpPr txBox="1"/>
          <p:nvPr/>
        </p:nvSpPr>
        <p:spPr>
          <a:xfrm>
            <a:off x="202323" y="163284"/>
            <a:ext cx="1018189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Salto de 100 N a 0 N en la entrada del sistema (Fuerza externa) con el carrito partiendo de reposo</a:t>
            </a:r>
            <a:endParaRPr lang="es-ES" sz="18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DE962E-F1E8-4C4F-B69D-25CF99A639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0739" y="538836"/>
            <a:ext cx="5878551" cy="24629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5A6FDF9-7781-4DB4-944D-7D45CC7353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0739" y="3109137"/>
            <a:ext cx="6578337" cy="347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59BF9AF-C3D8-41E0-9E18-9CAC24956059}"/>
              </a:ext>
            </a:extLst>
          </p:cNvPr>
          <p:cNvSpPr txBox="1"/>
          <p:nvPr/>
        </p:nvSpPr>
        <p:spPr>
          <a:xfrm>
            <a:off x="286407" y="247367"/>
            <a:ext cx="1049720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Salto de 100N a 0N en la entrada del sistema con el carrito inicialmente en movimiento (100m/s)</a:t>
            </a:r>
            <a:endParaRPr lang="es-ES" sz="18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F927F1-54CC-42D9-8DC2-7BB2853C47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8418" y="1702680"/>
            <a:ext cx="8038936" cy="384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3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53B30F9-0C75-48F3-9CDC-0CE394CDA923}"/>
              </a:ext>
            </a:extLst>
          </p:cNvPr>
          <p:cNvSpPr txBox="1"/>
          <p:nvPr/>
        </p:nvSpPr>
        <p:spPr>
          <a:xfrm>
            <a:off x="280220" y="214649"/>
            <a:ext cx="10456606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Saltos 20N-0N-50N-0N en la señal de entrada (Fuerza externa) con condiciones iniciales de reposo</a:t>
            </a:r>
            <a:endParaRPr lang="es-ES" sz="20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CEA419-B4D2-4524-ABA9-878567C836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0220" y="693318"/>
            <a:ext cx="5815780" cy="24628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8020CB9-5C9F-443B-A580-A04F8B99B4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0220" y="3259272"/>
            <a:ext cx="6720348" cy="341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3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FBC8ED-C3CF-4A39-8621-ABA1E7DC4C5C}"/>
              </a:ext>
            </a:extLst>
          </p:cNvPr>
          <p:cNvSpPr txBox="1"/>
          <p:nvPr/>
        </p:nvSpPr>
        <p:spPr>
          <a:xfrm>
            <a:off x="-688258" y="182361"/>
            <a:ext cx="11847871" cy="152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Bef>
                <a:spcPts val="1000"/>
              </a:spcBef>
            </a:pPr>
            <a:r>
              <a:rPr lang="es-ES" sz="20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Determinar la evolución del sistema en lazo abierto cuando se introduce durante 2 segundos una fuerza de F=100 N (condiciones iniciales nulas). </a:t>
            </a:r>
          </a:p>
          <a:p>
            <a:pPr lvl="2" algn="just">
              <a:lnSpc>
                <a:spcPct val="107000"/>
              </a:lnSpc>
              <a:spcBef>
                <a:spcPts val="1000"/>
              </a:spcBef>
            </a:pPr>
            <a:r>
              <a:rPr lang="es-ES" sz="2000" b="1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Obtener una representación gráfica de la evolución a lo largo del tiempo de la velocidad y de la posición del carrito y F.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8F3EC8-A97F-4D2F-97E3-16FC762672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9613" y="2379406"/>
            <a:ext cx="4263393" cy="32007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DE5EC0B-7308-444E-9376-67508B4450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80155" y="2133600"/>
            <a:ext cx="6986928" cy="344655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C9353CC-3433-423D-91CC-CD4ACAB26C32}"/>
              </a:ext>
            </a:extLst>
          </p:cNvPr>
          <p:cNvSpPr txBox="1"/>
          <p:nvPr/>
        </p:nvSpPr>
        <p:spPr>
          <a:xfrm>
            <a:off x="170955" y="5580153"/>
            <a:ext cx="2523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Fuerza externa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B9F353-2BD9-4B95-9F69-367D526F951A}"/>
              </a:ext>
            </a:extLst>
          </p:cNvPr>
          <p:cNvSpPr txBox="1"/>
          <p:nvPr/>
        </p:nvSpPr>
        <p:spPr>
          <a:xfrm>
            <a:off x="4680155" y="5638822"/>
            <a:ext cx="437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Velocidad</a:t>
            </a:r>
          </a:p>
        </p:txBody>
      </p:sp>
    </p:spTree>
    <p:extLst>
      <p:ext uri="{BB962C8B-B14F-4D97-AF65-F5344CB8AC3E}">
        <p14:creationId xmlns:p14="http://schemas.microsoft.com/office/powerpoint/2010/main" val="295438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53DBE2B-96DD-4B9C-BAE0-9148358084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45341" y="1426430"/>
            <a:ext cx="8436078" cy="400514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2E19AF3-47A2-4D68-A1D9-4E7C522D39A7}"/>
              </a:ext>
            </a:extLst>
          </p:cNvPr>
          <p:cNvSpPr txBox="1"/>
          <p:nvPr/>
        </p:nvSpPr>
        <p:spPr>
          <a:xfrm>
            <a:off x="1445341" y="5470899"/>
            <a:ext cx="3421626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Posición</a:t>
            </a:r>
          </a:p>
        </p:txBody>
      </p:sp>
    </p:spTree>
    <p:extLst>
      <p:ext uri="{BB962C8B-B14F-4D97-AF65-F5344CB8AC3E}">
        <p14:creationId xmlns:p14="http://schemas.microsoft.com/office/powerpoint/2010/main" val="1143942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658CC16-71A8-43BD-845A-89F7E50107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9170" y="1543664"/>
            <a:ext cx="8471556" cy="391323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C62CD00-4938-444A-BA95-86171B235FEA}"/>
              </a:ext>
            </a:extLst>
          </p:cNvPr>
          <p:cNvSpPr txBox="1"/>
          <p:nvPr/>
        </p:nvSpPr>
        <p:spPr>
          <a:xfrm>
            <a:off x="0" y="302744"/>
            <a:ext cx="10849897" cy="662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Bef>
                <a:spcPts val="1800"/>
              </a:spcBef>
            </a:pPr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Establecer el orden de ejecución de los bloques             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AEBA5F-D781-4564-A9DA-93CDF4402E0D}"/>
              </a:ext>
            </a:extLst>
          </p:cNvPr>
          <p:cNvSpPr txBox="1"/>
          <p:nvPr/>
        </p:nvSpPr>
        <p:spPr>
          <a:xfrm>
            <a:off x="1489587" y="5659397"/>
            <a:ext cx="610583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Simulink.BlockDiagram.getExecutionOrder</a:t>
            </a:r>
            <a:r>
              <a:rPr lang="en-US" sz="18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('carrito',0)</a:t>
            </a:r>
            <a:endParaRPr lang="es-ES" sz="18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73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F6D8924-20FD-45E8-9FFF-2778530A7032}"/>
              </a:ext>
            </a:extLst>
          </p:cNvPr>
          <p:cNvSpPr txBox="1"/>
          <p:nvPr/>
        </p:nvSpPr>
        <p:spPr>
          <a:xfrm>
            <a:off x="319547" y="296267"/>
            <a:ext cx="10840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Modificar el modelo para incluir un controlador PID que controle la salida del sistema </a:t>
            </a:r>
            <a:endParaRPr lang="es-ES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AF8D74-D913-41E2-A7B0-D0F4C7C40F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5734" y="1840526"/>
            <a:ext cx="8176587" cy="416698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910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537760D-FDDE-4218-AFCE-ED7743A32C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1111" y="1189704"/>
            <a:ext cx="9743766" cy="522092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804599D-CDD7-47D5-AF8D-42560CEF090D}"/>
              </a:ext>
            </a:extLst>
          </p:cNvPr>
          <p:cNvSpPr txBox="1"/>
          <p:nvPr/>
        </p:nvSpPr>
        <p:spPr>
          <a:xfrm>
            <a:off x="294967" y="247313"/>
            <a:ext cx="8839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s-ES" sz="2000" b="1" dirty="0">
                <a:solidFill>
                  <a:srgbClr val="162F3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Salida del sistema (amarillo) y señal de referencia (azul) para </a:t>
            </a:r>
            <a:r>
              <a:rPr lang="es-ES" sz="2000" b="1" dirty="0" err="1">
                <a:solidFill>
                  <a:srgbClr val="162F3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s-ES" sz="2000" b="1" dirty="0">
                <a:solidFill>
                  <a:srgbClr val="162F3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=10 y TI=0,2.</a:t>
            </a:r>
          </a:p>
        </p:txBody>
      </p:sp>
    </p:spTree>
    <p:extLst>
      <p:ext uri="{BB962C8B-B14F-4D97-AF65-F5344CB8AC3E}">
        <p14:creationId xmlns:p14="http://schemas.microsoft.com/office/powerpoint/2010/main" val="274369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7530BC7-B20A-44BA-A990-0E3CB07BA00E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9472" y="2236818"/>
            <a:ext cx="7608232" cy="4016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BC5D52A-7E9C-4D16-BE39-409D0F836126}"/>
              </a:ext>
            </a:extLst>
          </p:cNvPr>
          <p:cNvSpPr txBox="1"/>
          <p:nvPr/>
        </p:nvSpPr>
        <p:spPr>
          <a:xfrm>
            <a:off x="-157317" y="164789"/>
            <a:ext cx="11031793" cy="18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Bef>
                <a:spcPts val="1800"/>
              </a:spcBef>
            </a:pPr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Gráficas de control frente a entrada con diferentes saltos en diferentes instantes de tiempo en la señal de referencia</a:t>
            </a:r>
          </a:p>
        </p:txBody>
      </p:sp>
    </p:spTree>
    <p:extLst>
      <p:ext uri="{BB962C8B-B14F-4D97-AF65-F5344CB8AC3E}">
        <p14:creationId xmlns:p14="http://schemas.microsoft.com/office/powerpoint/2010/main" val="160155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82F9A7A-01A4-40BC-9DCE-EF230CD0E7EF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258" y="1111045"/>
            <a:ext cx="10323871" cy="51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53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6E783-2558-4DEA-A632-F2BD92D7A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Simulación del sistema mecánico de un carrito en Simulink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B5700-28D2-4D33-A357-B4A36805F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785191"/>
          </a:xfrm>
        </p:spPr>
        <p:txBody>
          <a:bodyPr/>
          <a:lstStyle/>
          <a:p>
            <a:r>
              <a:rPr lang="es-ES" dirty="0"/>
              <a:t>TRABAJO FINAL DE HERRAMIENTAS INTERACITVAS DE SIMULACIÓN Y CONTROL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3AC49C-3432-4981-ACC8-6FD5F9663342}"/>
              </a:ext>
            </a:extLst>
          </p:cNvPr>
          <p:cNvSpPr/>
          <p:nvPr/>
        </p:nvSpPr>
        <p:spPr>
          <a:xfrm>
            <a:off x="1261872" y="5868215"/>
            <a:ext cx="29177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Arlet Acosta González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E8E08B-49A6-46E2-9BDC-0372A21F39A5}"/>
              </a:ext>
            </a:extLst>
          </p:cNvPr>
          <p:cNvSpPr/>
          <p:nvPr/>
        </p:nvSpPr>
        <p:spPr>
          <a:xfrm>
            <a:off x="7618846" y="5868215"/>
            <a:ext cx="400301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Máster en Sistemas Inteligentes</a:t>
            </a:r>
          </a:p>
          <a:p>
            <a:pPr algn="r"/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</a:rPr>
              <a:t>Universidad de Salamanca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1CCA52-E724-4016-A134-C47E77F40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213" y="158788"/>
            <a:ext cx="2387957" cy="6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1209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Vista</Template>
  <TotalTime>118</TotalTime>
  <Words>606</Words>
  <Application>Microsoft Office PowerPoint</Application>
  <PresentationFormat>Panorámica</PresentationFormat>
  <Paragraphs>58</Paragraphs>
  <Slides>17</Slides>
  <Notes>2</Notes>
  <HiddenSlides>3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Baskerville Old Face</vt:lpstr>
      <vt:lpstr>Calibri</vt:lpstr>
      <vt:lpstr>Calibri Light</vt:lpstr>
      <vt:lpstr>Cambria Math</vt:lpstr>
      <vt:lpstr>Century Schoolbook</vt:lpstr>
      <vt:lpstr>Wingdings 2</vt:lpstr>
      <vt:lpstr>Vista</vt:lpstr>
      <vt:lpstr>Simulación del sistema mecánico de un carrito en Simulink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Simulación del sistema mecánico de un carrito en Simulink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Arlet Acosta González</dc:creator>
  <cp:lastModifiedBy>Arlet Acosta González</cp:lastModifiedBy>
  <cp:revision>31</cp:revision>
  <dcterms:created xsi:type="dcterms:W3CDTF">2024-05-11T13:53:24Z</dcterms:created>
  <dcterms:modified xsi:type="dcterms:W3CDTF">2024-05-15T14:20:04Z</dcterms:modified>
</cp:coreProperties>
</file>