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80" r:id="rId3"/>
    <p:sldId id="278" r:id="rId4"/>
    <p:sldId id="258" r:id="rId5"/>
    <p:sldId id="259" r:id="rId6"/>
    <p:sldId id="273" r:id="rId7"/>
    <p:sldId id="288" r:id="rId8"/>
    <p:sldId id="289" r:id="rId9"/>
    <p:sldId id="277" r:id="rId10"/>
    <p:sldId id="260" r:id="rId11"/>
    <p:sldId id="279" r:id="rId12"/>
    <p:sldId id="262" r:id="rId13"/>
    <p:sldId id="263" r:id="rId14"/>
    <p:sldId id="264" r:id="rId15"/>
    <p:sldId id="265" r:id="rId16"/>
    <p:sldId id="266" r:id="rId17"/>
    <p:sldId id="282" r:id="rId18"/>
    <p:sldId id="283" r:id="rId19"/>
    <p:sldId id="284" r:id="rId20"/>
    <p:sldId id="281" r:id="rId21"/>
    <p:sldId id="285" r:id="rId22"/>
    <p:sldId id="290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196" autoAdjust="0"/>
  </p:normalViewPr>
  <p:slideViewPr>
    <p:cSldViewPr snapToGrid="0">
      <p:cViewPr varScale="1">
        <p:scale>
          <a:sx n="82" d="100"/>
          <a:sy n="82" d="100"/>
        </p:scale>
        <p:origin x="61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" TargetMode="External"/><Relationship Id="rId2" Type="http://schemas.openxmlformats.org/officeDocument/2006/relationships/hyperlink" Target="https://dl.acm.org/advsearch.cfm" TargetMode="External"/><Relationship Id="rId1" Type="http://schemas.openxmlformats.org/officeDocument/2006/relationships/hyperlink" Target="https://ieeexplore.ieee.org/" TargetMode="External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" TargetMode="External"/><Relationship Id="rId2" Type="http://schemas.openxmlformats.org/officeDocument/2006/relationships/hyperlink" Target="https://dl.acm.org/advsearch.cfm" TargetMode="External"/><Relationship Id="rId1" Type="http://schemas.openxmlformats.org/officeDocument/2006/relationships/hyperlink" Target="https://ieeexplore.ieee.org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03354C-77D6-4AC7-8BFD-EBA8E01B28D0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/>
      <dgm:spPr/>
      <dgm:t>
        <a:bodyPr/>
        <a:lstStyle/>
        <a:p>
          <a:endParaRPr lang="es-ES"/>
        </a:p>
      </dgm:t>
    </dgm:pt>
    <dgm:pt modelId="{2628D9E7-D47E-4A54-900E-FF4749657A55}">
      <dgm:prSet/>
      <dgm:spPr/>
      <dgm:t>
        <a:bodyPr/>
        <a:lstStyle/>
        <a:p>
          <a:r>
            <a:rPr lang="es-ES"/>
            <a:t>RQ1: ¿Qué son la deep web, la dark web y las redes oscuras?</a:t>
          </a:r>
        </a:p>
      </dgm:t>
    </dgm:pt>
    <dgm:pt modelId="{A4D0143A-BA5E-4E09-A318-C5316B193B69}" type="parTrans" cxnId="{16EE79DE-F403-4DF9-A571-2A475E1A5A6D}">
      <dgm:prSet/>
      <dgm:spPr/>
      <dgm:t>
        <a:bodyPr/>
        <a:lstStyle/>
        <a:p>
          <a:endParaRPr lang="es-ES"/>
        </a:p>
      </dgm:t>
    </dgm:pt>
    <dgm:pt modelId="{4A7AD93B-198B-4C01-829C-4D3DA6814563}" type="sibTrans" cxnId="{16EE79DE-F403-4DF9-A571-2A475E1A5A6D}">
      <dgm:prSet/>
      <dgm:spPr/>
      <dgm:t>
        <a:bodyPr/>
        <a:lstStyle/>
        <a:p>
          <a:endParaRPr lang="es-ES"/>
        </a:p>
      </dgm:t>
    </dgm:pt>
    <dgm:pt modelId="{E030EA3B-D69E-47F7-A461-52EC0ED9DA22}">
      <dgm:prSet/>
      <dgm:spPr/>
      <dgm:t>
        <a:bodyPr/>
        <a:lstStyle/>
        <a:p>
          <a:r>
            <a:rPr lang="es-ES" dirty="0"/>
            <a:t>RQ2: ¿Cuáles son las principales redes oscuras que existen y cómo funcionan?</a:t>
          </a:r>
        </a:p>
      </dgm:t>
    </dgm:pt>
    <dgm:pt modelId="{4D90EF1D-C062-46E7-B57B-84B2A5FEDB74}" type="parTrans" cxnId="{60787233-6E62-4D7A-BD5D-3681E618BA2F}">
      <dgm:prSet/>
      <dgm:spPr/>
      <dgm:t>
        <a:bodyPr/>
        <a:lstStyle/>
        <a:p>
          <a:endParaRPr lang="es-ES"/>
        </a:p>
      </dgm:t>
    </dgm:pt>
    <dgm:pt modelId="{EE758588-802A-421B-8C21-E362801D78E4}" type="sibTrans" cxnId="{60787233-6E62-4D7A-BD5D-3681E618BA2F}">
      <dgm:prSet/>
      <dgm:spPr/>
      <dgm:t>
        <a:bodyPr/>
        <a:lstStyle/>
        <a:p>
          <a:endParaRPr lang="es-ES"/>
        </a:p>
      </dgm:t>
    </dgm:pt>
    <dgm:pt modelId="{EF4F7F4D-D7C3-4CA5-AECF-8E85CFEE539C}">
      <dgm:prSet/>
      <dgm:spPr/>
      <dgm:t>
        <a:bodyPr/>
        <a:lstStyle/>
        <a:p>
          <a:r>
            <a:rPr lang="es-ES"/>
            <a:t>RQ3: ¿Cuáles son los principales desafíos en la investigación de la red Tor? </a:t>
          </a:r>
        </a:p>
      </dgm:t>
    </dgm:pt>
    <dgm:pt modelId="{46943A42-0E1B-44C7-BE69-E5E46733A6FE}" type="parTrans" cxnId="{49F7200F-C6AE-48B3-A0E7-5C5C996024FB}">
      <dgm:prSet/>
      <dgm:spPr/>
      <dgm:t>
        <a:bodyPr/>
        <a:lstStyle/>
        <a:p>
          <a:endParaRPr lang="es-ES"/>
        </a:p>
      </dgm:t>
    </dgm:pt>
    <dgm:pt modelId="{2E8431EA-3FF2-4342-A73D-1F9B0CA41E3A}" type="sibTrans" cxnId="{49F7200F-C6AE-48B3-A0E7-5C5C996024FB}">
      <dgm:prSet/>
      <dgm:spPr/>
      <dgm:t>
        <a:bodyPr/>
        <a:lstStyle/>
        <a:p>
          <a:endParaRPr lang="es-ES"/>
        </a:p>
      </dgm:t>
    </dgm:pt>
    <dgm:pt modelId="{57C386E2-9611-4A95-88DA-C8A412A4EE1F}">
      <dgm:prSet/>
      <dgm:spPr/>
      <dgm:t>
        <a:bodyPr/>
        <a:lstStyle/>
        <a:p>
          <a:r>
            <a:rPr lang="es-ES"/>
            <a:t>RQ4: ¿Cómo se puede utilizar el navegador de Tor para analizar la actividad de los usuarios? </a:t>
          </a:r>
        </a:p>
      </dgm:t>
    </dgm:pt>
    <dgm:pt modelId="{DE45B7B2-79E3-49D0-8DC0-7E77CEBAE207}" type="parTrans" cxnId="{22E401C7-5CCE-4489-B4A6-8B5455C5D1D5}">
      <dgm:prSet/>
      <dgm:spPr/>
      <dgm:t>
        <a:bodyPr/>
        <a:lstStyle/>
        <a:p>
          <a:endParaRPr lang="es-ES"/>
        </a:p>
      </dgm:t>
    </dgm:pt>
    <dgm:pt modelId="{E57B76DB-3376-4EE5-8BBA-0E326E4FE73E}" type="sibTrans" cxnId="{22E401C7-5CCE-4489-B4A6-8B5455C5D1D5}">
      <dgm:prSet/>
      <dgm:spPr/>
      <dgm:t>
        <a:bodyPr/>
        <a:lstStyle/>
        <a:p>
          <a:endParaRPr lang="es-ES"/>
        </a:p>
      </dgm:t>
    </dgm:pt>
    <dgm:pt modelId="{DD659DB5-1B9E-42B2-BD08-3D9635311210}">
      <dgm:prSet/>
      <dgm:spPr/>
      <dgm:t>
        <a:bodyPr/>
        <a:lstStyle/>
        <a:p>
          <a:r>
            <a:rPr lang="es-ES"/>
            <a:t>RQ5: ¿Cómo funciona un crawler para el estudio de la red Tor?</a:t>
          </a:r>
        </a:p>
      </dgm:t>
    </dgm:pt>
    <dgm:pt modelId="{93C3BA8C-65DE-4DE5-9422-A54B0D19B0B0}" type="parTrans" cxnId="{C29732F6-3D28-4E82-AB00-880983D650B9}">
      <dgm:prSet/>
      <dgm:spPr/>
      <dgm:t>
        <a:bodyPr/>
        <a:lstStyle/>
        <a:p>
          <a:endParaRPr lang="es-ES"/>
        </a:p>
      </dgm:t>
    </dgm:pt>
    <dgm:pt modelId="{FCC710C8-600F-4C44-8619-D42437233C53}" type="sibTrans" cxnId="{C29732F6-3D28-4E82-AB00-880983D650B9}">
      <dgm:prSet/>
      <dgm:spPr/>
      <dgm:t>
        <a:bodyPr/>
        <a:lstStyle/>
        <a:p>
          <a:endParaRPr lang="es-ES"/>
        </a:p>
      </dgm:t>
    </dgm:pt>
    <dgm:pt modelId="{34E611B1-48F4-46B5-B55B-33F076A92F4F}" type="pres">
      <dgm:prSet presAssocID="{6103354C-77D6-4AC7-8BFD-EBA8E01B28D0}" presName="linear" presStyleCnt="0">
        <dgm:presLayoutVars>
          <dgm:animLvl val="lvl"/>
          <dgm:resizeHandles val="exact"/>
        </dgm:presLayoutVars>
      </dgm:prSet>
      <dgm:spPr/>
    </dgm:pt>
    <dgm:pt modelId="{B93BAC21-8841-4672-8865-ACBCACF58A52}" type="pres">
      <dgm:prSet presAssocID="{2628D9E7-D47E-4A54-900E-FF4749657A5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D7DB51C-2E96-4F2F-953A-0461DCCE99FA}" type="pres">
      <dgm:prSet presAssocID="{4A7AD93B-198B-4C01-829C-4D3DA6814563}" presName="spacer" presStyleCnt="0"/>
      <dgm:spPr/>
    </dgm:pt>
    <dgm:pt modelId="{736A71E4-D199-4F10-9416-4EC589AF1FB4}" type="pres">
      <dgm:prSet presAssocID="{E030EA3B-D69E-47F7-A461-52EC0ED9DA2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3AAC2C1-397A-454E-B847-E493C83E90D3}" type="pres">
      <dgm:prSet presAssocID="{EE758588-802A-421B-8C21-E362801D78E4}" presName="spacer" presStyleCnt="0"/>
      <dgm:spPr/>
    </dgm:pt>
    <dgm:pt modelId="{93FFDF56-BB88-45D1-866E-480CB91CBD5D}" type="pres">
      <dgm:prSet presAssocID="{EF4F7F4D-D7C3-4CA5-AECF-8E85CFEE539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70F2AF1-B509-4840-A422-AB18FCECE4FC}" type="pres">
      <dgm:prSet presAssocID="{2E8431EA-3FF2-4342-A73D-1F9B0CA41E3A}" presName="spacer" presStyleCnt="0"/>
      <dgm:spPr/>
    </dgm:pt>
    <dgm:pt modelId="{86C66753-00D4-4FEF-BC70-7EDEECF8BE64}" type="pres">
      <dgm:prSet presAssocID="{57C386E2-9611-4A95-88DA-C8A412A4EE1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5D56314-8279-48AE-A9FD-B860B525189D}" type="pres">
      <dgm:prSet presAssocID="{E57B76DB-3376-4EE5-8BBA-0E326E4FE73E}" presName="spacer" presStyleCnt="0"/>
      <dgm:spPr/>
    </dgm:pt>
    <dgm:pt modelId="{F55A04BE-F68B-4A90-9AEE-517AAAD3BF28}" type="pres">
      <dgm:prSet presAssocID="{DD659DB5-1B9E-42B2-BD08-3D963531121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9F7200F-C6AE-48B3-A0E7-5C5C996024FB}" srcId="{6103354C-77D6-4AC7-8BFD-EBA8E01B28D0}" destId="{EF4F7F4D-D7C3-4CA5-AECF-8E85CFEE539C}" srcOrd="2" destOrd="0" parTransId="{46943A42-0E1B-44C7-BE69-E5E46733A6FE}" sibTransId="{2E8431EA-3FF2-4342-A73D-1F9B0CA41E3A}"/>
    <dgm:cxn modelId="{55C7FA2B-0482-4A33-AFAB-16225D449140}" type="presOf" srcId="{E030EA3B-D69E-47F7-A461-52EC0ED9DA22}" destId="{736A71E4-D199-4F10-9416-4EC589AF1FB4}" srcOrd="0" destOrd="0" presId="urn:microsoft.com/office/officeart/2005/8/layout/vList2"/>
    <dgm:cxn modelId="{60787233-6E62-4D7A-BD5D-3681E618BA2F}" srcId="{6103354C-77D6-4AC7-8BFD-EBA8E01B28D0}" destId="{E030EA3B-D69E-47F7-A461-52EC0ED9DA22}" srcOrd="1" destOrd="0" parTransId="{4D90EF1D-C062-46E7-B57B-84B2A5FEDB74}" sibTransId="{EE758588-802A-421B-8C21-E362801D78E4}"/>
    <dgm:cxn modelId="{FC874934-F417-44D9-8557-98395033C79E}" type="presOf" srcId="{6103354C-77D6-4AC7-8BFD-EBA8E01B28D0}" destId="{34E611B1-48F4-46B5-B55B-33F076A92F4F}" srcOrd="0" destOrd="0" presId="urn:microsoft.com/office/officeart/2005/8/layout/vList2"/>
    <dgm:cxn modelId="{429B9D63-CFAC-49B2-A4A8-BF325CD8EC02}" type="presOf" srcId="{DD659DB5-1B9E-42B2-BD08-3D9635311210}" destId="{F55A04BE-F68B-4A90-9AEE-517AAAD3BF28}" srcOrd="0" destOrd="0" presId="urn:microsoft.com/office/officeart/2005/8/layout/vList2"/>
    <dgm:cxn modelId="{837BB464-960E-4913-8CB6-FD19CE13EC9D}" type="presOf" srcId="{57C386E2-9611-4A95-88DA-C8A412A4EE1F}" destId="{86C66753-00D4-4FEF-BC70-7EDEECF8BE64}" srcOrd="0" destOrd="0" presId="urn:microsoft.com/office/officeart/2005/8/layout/vList2"/>
    <dgm:cxn modelId="{CDD3DE98-1161-4813-901F-9A7DFB2B51AC}" type="presOf" srcId="{2628D9E7-D47E-4A54-900E-FF4749657A55}" destId="{B93BAC21-8841-4672-8865-ACBCACF58A52}" srcOrd="0" destOrd="0" presId="urn:microsoft.com/office/officeart/2005/8/layout/vList2"/>
    <dgm:cxn modelId="{22E401C7-5CCE-4489-B4A6-8B5455C5D1D5}" srcId="{6103354C-77D6-4AC7-8BFD-EBA8E01B28D0}" destId="{57C386E2-9611-4A95-88DA-C8A412A4EE1F}" srcOrd="3" destOrd="0" parTransId="{DE45B7B2-79E3-49D0-8DC0-7E77CEBAE207}" sibTransId="{E57B76DB-3376-4EE5-8BBA-0E326E4FE73E}"/>
    <dgm:cxn modelId="{3993A1C8-5C15-44FA-B273-9BB47D2DB10B}" type="presOf" srcId="{EF4F7F4D-D7C3-4CA5-AECF-8E85CFEE539C}" destId="{93FFDF56-BB88-45D1-866E-480CB91CBD5D}" srcOrd="0" destOrd="0" presId="urn:microsoft.com/office/officeart/2005/8/layout/vList2"/>
    <dgm:cxn modelId="{16EE79DE-F403-4DF9-A571-2A475E1A5A6D}" srcId="{6103354C-77D6-4AC7-8BFD-EBA8E01B28D0}" destId="{2628D9E7-D47E-4A54-900E-FF4749657A55}" srcOrd="0" destOrd="0" parTransId="{A4D0143A-BA5E-4E09-A318-C5316B193B69}" sibTransId="{4A7AD93B-198B-4C01-829C-4D3DA6814563}"/>
    <dgm:cxn modelId="{C29732F6-3D28-4E82-AB00-880983D650B9}" srcId="{6103354C-77D6-4AC7-8BFD-EBA8E01B28D0}" destId="{DD659DB5-1B9E-42B2-BD08-3D9635311210}" srcOrd="4" destOrd="0" parTransId="{93C3BA8C-65DE-4DE5-9422-A54B0D19B0B0}" sibTransId="{FCC710C8-600F-4C44-8619-D42437233C53}"/>
    <dgm:cxn modelId="{12E7D542-5BE2-4C00-AAAD-BFBACBD74883}" type="presParOf" srcId="{34E611B1-48F4-46B5-B55B-33F076A92F4F}" destId="{B93BAC21-8841-4672-8865-ACBCACF58A52}" srcOrd="0" destOrd="0" presId="urn:microsoft.com/office/officeart/2005/8/layout/vList2"/>
    <dgm:cxn modelId="{DFE99E75-9199-431A-A720-AE6E0155D004}" type="presParOf" srcId="{34E611B1-48F4-46B5-B55B-33F076A92F4F}" destId="{9D7DB51C-2E96-4F2F-953A-0461DCCE99FA}" srcOrd="1" destOrd="0" presId="urn:microsoft.com/office/officeart/2005/8/layout/vList2"/>
    <dgm:cxn modelId="{E378F712-B405-4A0D-967E-7F1920AC5F18}" type="presParOf" srcId="{34E611B1-48F4-46B5-B55B-33F076A92F4F}" destId="{736A71E4-D199-4F10-9416-4EC589AF1FB4}" srcOrd="2" destOrd="0" presId="urn:microsoft.com/office/officeart/2005/8/layout/vList2"/>
    <dgm:cxn modelId="{7B344D5D-8CEB-428D-841C-E463AE3F1381}" type="presParOf" srcId="{34E611B1-48F4-46B5-B55B-33F076A92F4F}" destId="{73AAC2C1-397A-454E-B847-E493C83E90D3}" srcOrd="3" destOrd="0" presId="urn:microsoft.com/office/officeart/2005/8/layout/vList2"/>
    <dgm:cxn modelId="{2D9B58FA-4167-4914-8DFA-721E75E0A66A}" type="presParOf" srcId="{34E611B1-48F4-46B5-B55B-33F076A92F4F}" destId="{93FFDF56-BB88-45D1-866E-480CB91CBD5D}" srcOrd="4" destOrd="0" presId="urn:microsoft.com/office/officeart/2005/8/layout/vList2"/>
    <dgm:cxn modelId="{171FE58D-3603-4122-A6BA-3076DDF19C3C}" type="presParOf" srcId="{34E611B1-48F4-46B5-B55B-33F076A92F4F}" destId="{470F2AF1-B509-4840-A422-AB18FCECE4FC}" srcOrd="5" destOrd="0" presId="urn:microsoft.com/office/officeart/2005/8/layout/vList2"/>
    <dgm:cxn modelId="{C8294113-C8F8-42A6-87DB-7A27D9E9F847}" type="presParOf" srcId="{34E611B1-48F4-46B5-B55B-33F076A92F4F}" destId="{86C66753-00D4-4FEF-BC70-7EDEECF8BE64}" srcOrd="6" destOrd="0" presId="urn:microsoft.com/office/officeart/2005/8/layout/vList2"/>
    <dgm:cxn modelId="{12F07DAF-0612-45A7-8631-D10D2F0CDCE6}" type="presParOf" srcId="{34E611B1-48F4-46B5-B55B-33F076A92F4F}" destId="{55D56314-8279-48AE-A9FD-B860B525189D}" srcOrd="7" destOrd="0" presId="urn:microsoft.com/office/officeart/2005/8/layout/vList2"/>
    <dgm:cxn modelId="{99578919-7F18-4B27-B673-D987276BA47F}" type="presParOf" srcId="{34E611B1-48F4-46B5-B55B-33F076A92F4F}" destId="{F55A04BE-F68B-4A90-9AEE-517AAAD3BF28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D7E4FB-A22A-453D-BA5F-FA5C0F119EFB}" type="doc">
      <dgm:prSet loTypeId="urn:microsoft.com/office/officeart/2005/8/layout/defaul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s-ES"/>
        </a:p>
      </dgm:t>
    </dgm:pt>
    <dgm:pt modelId="{7D224EA0-7B6B-4B49-8B85-8587C2FC7D90}">
      <dgm:prSet custT="1"/>
      <dgm:spPr/>
      <dgm:t>
        <a:bodyPr/>
        <a:lstStyle/>
        <a:p>
          <a:r>
            <a:rPr lang="en-US" sz="2400"/>
            <a:t>IEEE Digital Library (</a:t>
          </a:r>
          <a:r>
            <a:rPr lang="en-US" sz="2400" u="sng">
              <a:hlinkClick xmlns:r="http://schemas.openxmlformats.org/officeDocument/2006/relationships" r:id="rId1"/>
            </a:rPr>
            <a:t>https://ieeexplore.ieee.org/</a:t>
          </a:r>
          <a:r>
            <a:rPr lang="en-US" sz="2400"/>
            <a:t>)</a:t>
          </a:r>
          <a:endParaRPr lang="es-ES" sz="2400"/>
        </a:p>
      </dgm:t>
    </dgm:pt>
    <dgm:pt modelId="{CD40876B-BB23-475C-8DAE-339F782C636F}" type="parTrans" cxnId="{FD96011D-12BE-43AF-A789-6F893189ABE0}">
      <dgm:prSet/>
      <dgm:spPr/>
      <dgm:t>
        <a:bodyPr/>
        <a:lstStyle/>
        <a:p>
          <a:endParaRPr lang="es-ES" sz="2800"/>
        </a:p>
      </dgm:t>
    </dgm:pt>
    <dgm:pt modelId="{B0823B4E-D898-46CD-A1E0-23CFE74BDF59}" type="sibTrans" cxnId="{FD96011D-12BE-43AF-A789-6F893189ABE0}">
      <dgm:prSet/>
      <dgm:spPr/>
      <dgm:t>
        <a:bodyPr/>
        <a:lstStyle/>
        <a:p>
          <a:endParaRPr lang="es-ES" sz="2800"/>
        </a:p>
      </dgm:t>
    </dgm:pt>
    <dgm:pt modelId="{4251E540-7CE2-459F-B9EC-8E83450675BF}">
      <dgm:prSet custT="1"/>
      <dgm:spPr/>
      <dgm:t>
        <a:bodyPr/>
        <a:lstStyle/>
        <a:p>
          <a:r>
            <a:rPr lang="es-ES" sz="2400"/>
            <a:t>ACM Digital Library (</a:t>
          </a:r>
          <a:r>
            <a:rPr lang="es-ES" sz="2400" u="sng">
              <a:hlinkClick xmlns:r="http://schemas.openxmlformats.org/officeDocument/2006/relationships" r:id="rId2"/>
            </a:rPr>
            <a:t>https://dl.acm.org/advsearch.cfm</a:t>
          </a:r>
          <a:r>
            <a:rPr lang="es-ES" sz="2400"/>
            <a:t>). </a:t>
          </a:r>
        </a:p>
      </dgm:t>
    </dgm:pt>
    <dgm:pt modelId="{B35756CD-8697-4B08-9F90-8AB67D210078}" type="parTrans" cxnId="{D6CEEDFF-D387-453C-8D64-AEB691AA0ADB}">
      <dgm:prSet/>
      <dgm:spPr/>
      <dgm:t>
        <a:bodyPr/>
        <a:lstStyle/>
        <a:p>
          <a:endParaRPr lang="es-ES" sz="2800"/>
        </a:p>
      </dgm:t>
    </dgm:pt>
    <dgm:pt modelId="{4691E007-DE12-4D6A-8E25-27AD1D925E7A}" type="sibTrans" cxnId="{D6CEEDFF-D387-453C-8D64-AEB691AA0ADB}">
      <dgm:prSet/>
      <dgm:spPr/>
      <dgm:t>
        <a:bodyPr/>
        <a:lstStyle/>
        <a:p>
          <a:endParaRPr lang="es-ES" sz="2800"/>
        </a:p>
      </dgm:t>
    </dgm:pt>
    <dgm:pt modelId="{06ACA529-49AD-4C8C-8783-42FE6B78AF56}">
      <dgm:prSet custT="1"/>
      <dgm:spPr/>
      <dgm:t>
        <a:bodyPr/>
        <a:lstStyle/>
        <a:p>
          <a:r>
            <a:rPr lang="en-US" sz="2400"/>
            <a:t>ScienceDirect (</a:t>
          </a:r>
          <a:r>
            <a:rPr lang="en-US" sz="2400" u="sng">
              <a:hlinkClick xmlns:r="http://schemas.openxmlformats.org/officeDocument/2006/relationships" r:id="rId3"/>
            </a:rPr>
            <a:t>https://www.sciencedirect.com</a:t>
          </a:r>
          <a:r>
            <a:rPr lang="en-US" sz="2400"/>
            <a:t>)</a:t>
          </a:r>
          <a:endParaRPr lang="es-ES" sz="2400"/>
        </a:p>
      </dgm:t>
    </dgm:pt>
    <dgm:pt modelId="{08235CFB-8F2C-46AD-9E21-B9D4344AEE71}" type="parTrans" cxnId="{60EB4B1A-DAF9-4ED7-9759-7FADB82B78C8}">
      <dgm:prSet/>
      <dgm:spPr/>
      <dgm:t>
        <a:bodyPr/>
        <a:lstStyle/>
        <a:p>
          <a:endParaRPr lang="es-ES" sz="2800"/>
        </a:p>
      </dgm:t>
    </dgm:pt>
    <dgm:pt modelId="{56E620B4-7201-45D2-BB72-C366DA31F933}" type="sibTrans" cxnId="{60EB4B1A-DAF9-4ED7-9759-7FADB82B78C8}">
      <dgm:prSet/>
      <dgm:spPr/>
      <dgm:t>
        <a:bodyPr/>
        <a:lstStyle/>
        <a:p>
          <a:endParaRPr lang="es-ES" sz="2800"/>
        </a:p>
      </dgm:t>
    </dgm:pt>
    <dgm:pt modelId="{CB68D824-6EF6-4581-AA84-37A3FF4B7744}" type="pres">
      <dgm:prSet presAssocID="{68D7E4FB-A22A-453D-BA5F-FA5C0F119EFB}" presName="diagram" presStyleCnt="0">
        <dgm:presLayoutVars>
          <dgm:dir/>
          <dgm:resizeHandles val="exact"/>
        </dgm:presLayoutVars>
      </dgm:prSet>
      <dgm:spPr/>
    </dgm:pt>
    <dgm:pt modelId="{8FF3776D-3904-41E3-8B12-42E3A083EBF4}" type="pres">
      <dgm:prSet presAssocID="{7D224EA0-7B6B-4B49-8B85-8587C2FC7D90}" presName="node" presStyleLbl="node1" presStyleIdx="0" presStyleCnt="3">
        <dgm:presLayoutVars>
          <dgm:bulletEnabled val="1"/>
        </dgm:presLayoutVars>
      </dgm:prSet>
      <dgm:spPr/>
    </dgm:pt>
    <dgm:pt modelId="{27B96D46-9FE5-4E9B-B8D2-431102802002}" type="pres">
      <dgm:prSet presAssocID="{B0823B4E-D898-46CD-A1E0-23CFE74BDF59}" presName="sibTrans" presStyleCnt="0"/>
      <dgm:spPr/>
    </dgm:pt>
    <dgm:pt modelId="{94BFE536-323D-4A88-B71E-359CCDCFCBE7}" type="pres">
      <dgm:prSet presAssocID="{4251E540-7CE2-459F-B9EC-8E83450675BF}" presName="node" presStyleLbl="node1" presStyleIdx="1" presStyleCnt="3">
        <dgm:presLayoutVars>
          <dgm:bulletEnabled val="1"/>
        </dgm:presLayoutVars>
      </dgm:prSet>
      <dgm:spPr/>
    </dgm:pt>
    <dgm:pt modelId="{F91AB7C9-ECFD-440B-BA5D-CD4B0B40B8B3}" type="pres">
      <dgm:prSet presAssocID="{4691E007-DE12-4D6A-8E25-27AD1D925E7A}" presName="sibTrans" presStyleCnt="0"/>
      <dgm:spPr/>
    </dgm:pt>
    <dgm:pt modelId="{EEAD2087-2023-41D3-A7AA-FD7268123B84}" type="pres">
      <dgm:prSet presAssocID="{06ACA529-49AD-4C8C-8783-42FE6B78AF56}" presName="node" presStyleLbl="node1" presStyleIdx="2" presStyleCnt="3">
        <dgm:presLayoutVars>
          <dgm:bulletEnabled val="1"/>
        </dgm:presLayoutVars>
      </dgm:prSet>
      <dgm:spPr/>
    </dgm:pt>
  </dgm:ptLst>
  <dgm:cxnLst>
    <dgm:cxn modelId="{BEA35310-A426-48DC-8089-72F7DE301612}" type="presOf" srcId="{7D224EA0-7B6B-4B49-8B85-8587C2FC7D90}" destId="{8FF3776D-3904-41E3-8B12-42E3A083EBF4}" srcOrd="0" destOrd="0" presId="urn:microsoft.com/office/officeart/2005/8/layout/default"/>
    <dgm:cxn modelId="{60EB4B1A-DAF9-4ED7-9759-7FADB82B78C8}" srcId="{68D7E4FB-A22A-453D-BA5F-FA5C0F119EFB}" destId="{06ACA529-49AD-4C8C-8783-42FE6B78AF56}" srcOrd="2" destOrd="0" parTransId="{08235CFB-8F2C-46AD-9E21-B9D4344AEE71}" sibTransId="{56E620B4-7201-45D2-BB72-C366DA31F933}"/>
    <dgm:cxn modelId="{FD96011D-12BE-43AF-A789-6F893189ABE0}" srcId="{68D7E4FB-A22A-453D-BA5F-FA5C0F119EFB}" destId="{7D224EA0-7B6B-4B49-8B85-8587C2FC7D90}" srcOrd="0" destOrd="0" parTransId="{CD40876B-BB23-475C-8DAE-339F782C636F}" sibTransId="{B0823B4E-D898-46CD-A1E0-23CFE74BDF59}"/>
    <dgm:cxn modelId="{EE51C539-BCE6-4185-A68C-750D3F1E1080}" type="presOf" srcId="{68D7E4FB-A22A-453D-BA5F-FA5C0F119EFB}" destId="{CB68D824-6EF6-4581-AA84-37A3FF4B7744}" srcOrd="0" destOrd="0" presId="urn:microsoft.com/office/officeart/2005/8/layout/default"/>
    <dgm:cxn modelId="{BAFB0E5A-E74A-48D3-B7AF-3F48C96B2DFD}" type="presOf" srcId="{06ACA529-49AD-4C8C-8783-42FE6B78AF56}" destId="{EEAD2087-2023-41D3-A7AA-FD7268123B84}" srcOrd="0" destOrd="0" presId="urn:microsoft.com/office/officeart/2005/8/layout/default"/>
    <dgm:cxn modelId="{020584EE-A660-4D49-901E-2BBD36536D76}" type="presOf" srcId="{4251E540-7CE2-459F-B9EC-8E83450675BF}" destId="{94BFE536-323D-4A88-B71E-359CCDCFCBE7}" srcOrd="0" destOrd="0" presId="urn:microsoft.com/office/officeart/2005/8/layout/default"/>
    <dgm:cxn modelId="{D6CEEDFF-D387-453C-8D64-AEB691AA0ADB}" srcId="{68D7E4FB-A22A-453D-BA5F-FA5C0F119EFB}" destId="{4251E540-7CE2-459F-B9EC-8E83450675BF}" srcOrd="1" destOrd="0" parTransId="{B35756CD-8697-4B08-9F90-8AB67D210078}" sibTransId="{4691E007-DE12-4D6A-8E25-27AD1D925E7A}"/>
    <dgm:cxn modelId="{EE7D4111-7C0E-4D75-83AF-D15A86155361}" type="presParOf" srcId="{CB68D824-6EF6-4581-AA84-37A3FF4B7744}" destId="{8FF3776D-3904-41E3-8B12-42E3A083EBF4}" srcOrd="0" destOrd="0" presId="urn:microsoft.com/office/officeart/2005/8/layout/default"/>
    <dgm:cxn modelId="{B2F8DC42-22D2-4E31-8D42-77E0F0B37276}" type="presParOf" srcId="{CB68D824-6EF6-4581-AA84-37A3FF4B7744}" destId="{27B96D46-9FE5-4E9B-B8D2-431102802002}" srcOrd="1" destOrd="0" presId="urn:microsoft.com/office/officeart/2005/8/layout/default"/>
    <dgm:cxn modelId="{2FE2D2A7-789D-420B-A0B8-5C3D888885B6}" type="presParOf" srcId="{CB68D824-6EF6-4581-AA84-37A3FF4B7744}" destId="{94BFE536-323D-4A88-B71E-359CCDCFCBE7}" srcOrd="2" destOrd="0" presId="urn:microsoft.com/office/officeart/2005/8/layout/default"/>
    <dgm:cxn modelId="{A1BCE379-0500-4784-B5C0-E0187303AA13}" type="presParOf" srcId="{CB68D824-6EF6-4581-AA84-37A3FF4B7744}" destId="{F91AB7C9-ECFD-440B-BA5D-CD4B0B40B8B3}" srcOrd="3" destOrd="0" presId="urn:microsoft.com/office/officeart/2005/8/layout/default"/>
    <dgm:cxn modelId="{3E05B7B5-0654-40DC-B950-65E8C019B4DA}" type="presParOf" srcId="{CB68D824-6EF6-4581-AA84-37A3FF4B7744}" destId="{EEAD2087-2023-41D3-A7AA-FD7268123B84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D24FF81-0CBA-4E5D-928B-4D0403BD5F7A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/>
      <dgm:spPr/>
      <dgm:t>
        <a:bodyPr/>
        <a:lstStyle/>
        <a:p>
          <a:endParaRPr lang="es-ES"/>
        </a:p>
      </dgm:t>
    </dgm:pt>
    <dgm:pt modelId="{A55E36F3-F4FA-4C13-86A5-E26D44D6507A}">
      <dgm:prSet/>
      <dgm:spPr/>
      <dgm:t>
        <a:bodyPr/>
        <a:lstStyle/>
        <a:p>
          <a:r>
            <a:rPr lang="es-ES" dirty="0"/>
            <a:t>MQ1: ¿Qué son las redes oscuras?</a:t>
          </a:r>
        </a:p>
      </dgm:t>
    </dgm:pt>
    <dgm:pt modelId="{0FDC5A16-7F52-48EC-B9A5-13E4E6B5F9AB}" type="parTrans" cxnId="{6620D410-D436-4621-845E-F94BC95CB9BB}">
      <dgm:prSet/>
      <dgm:spPr/>
      <dgm:t>
        <a:bodyPr/>
        <a:lstStyle/>
        <a:p>
          <a:endParaRPr lang="es-ES"/>
        </a:p>
      </dgm:t>
    </dgm:pt>
    <dgm:pt modelId="{2EA32336-34AA-4A69-8DBA-F2E7532C3E4F}" type="sibTrans" cxnId="{6620D410-D436-4621-845E-F94BC95CB9BB}">
      <dgm:prSet/>
      <dgm:spPr/>
      <dgm:t>
        <a:bodyPr/>
        <a:lstStyle/>
        <a:p>
          <a:endParaRPr lang="es-ES"/>
        </a:p>
      </dgm:t>
    </dgm:pt>
    <dgm:pt modelId="{ADB9A8C0-56F3-4422-B69F-139A8D0CCC5F}">
      <dgm:prSet/>
      <dgm:spPr/>
      <dgm:t>
        <a:bodyPr/>
        <a:lstStyle/>
        <a:p>
          <a:r>
            <a:rPr lang="es-ES"/>
            <a:t>MQ2: ¿Cuáles son las principales redes oscuras que existen?</a:t>
          </a:r>
        </a:p>
      </dgm:t>
    </dgm:pt>
    <dgm:pt modelId="{177FBF1F-F8E5-4A94-96A0-BC4F6C723AFC}" type="parTrans" cxnId="{891E4690-9F28-4D04-9578-816F9CE201F2}">
      <dgm:prSet/>
      <dgm:spPr/>
      <dgm:t>
        <a:bodyPr/>
        <a:lstStyle/>
        <a:p>
          <a:endParaRPr lang="es-ES"/>
        </a:p>
      </dgm:t>
    </dgm:pt>
    <dgm:pt modelId="{BC6D4B83-4022-452C-9B41-59D2904AD610}" type="sibTrans" cxnId="{891E4690-9F28-4D04-9578-816F9CE201F2}">
      <dgm:prSet/>
      <dgm:spPr/>
      <dgm:t>
        <a:bodyPr/>
        <a:lstStyle/>
        <a:p>
          <a:endParaRPr lang="es-ES"/>
        </a:p>
      </dgm:t>
    </dgm:pt>
    <dgm:pt modelId="{3D601328-DB37-4DCD-877F-F99482302779}">
      <dgm:prSet/>
      <dgm:spPr/>
      <dgm:t>
        <a:bodyPr/>
        <a:lstStyle/>
        <a:p>
          <a:r>
            <a:rPr lang="es-ES"/>
            <a:t>MQ3: ¿Qué es Tor y cómo funciona?</a:t>
          </a:r>
        </a:p>
      </dgm:t>
    </dgm:pt>
    <dgm:pt modelId="{EF44DFF7-865B-4075-9485-646DA71A0370}" type="parTrans" cxnId="{74E5DFE8-CAFD-4C64-B0CC-49B16BA6D8EC}">
      <dgm:prSet/>
      <dgm:spPr/>
      <dgm:t>
        <a:bodyPr/>
        <a:lstStyle/>
        <a:p>
          <a:endParaRPr lang="es-ES"/>
        </a:p>
      </dgm:t>
    </dgm:pt>
    <dgm:pt modelId="{979E2FBE-D5C0-40C4-AEBC-5F6C16D91B83}" type="sibTrans" cxnId="{74E5DFE8-CAFD-4C64-B0CC-49B16BA6D8EC}">
      <dgm:prSet/>
      <dgm:spPr/>
      <dgm:t>
        <a:bodyPr/>
        <a:lstStyle/>
        <a:p>
          <a:endParaRPr lang="es-ES"/>
        </a:p>
      </dgm:t>
    </dgm:pt>
    <dgm:pt modelId="{8D9B7D15-424F-46A8-98DF-28BF1AE40A8F}">
      <dgm:prSet/>
      <dgm:spPr/>
      <dgm:t>
        <a:bodyPr/>
        <a:lstStyle/>
        <a:p>
          <a:r>
            <a:rPr lang="es-ES"/>
            <a:t>MQ4: ¿Qué herramientas se han utilizado para el estudio de la red Tor?</a:t>
          </a:r>
        </a:p>
      </dgm:t>
    </dgm:pt>
    <dgm:pt modelId="{B5A438E2-F549-4507-9194-7951F812A008}" type="parTrans" cxnId="{BE7890D4-6844-44B3-85A2-EF28A623C938}">
      <dgm:prSet/>
      <dgm:spPr/>
      <dgm:t>
        <a:bodyPr/>
        <a:lstStyle/>
        <a:p>
          <a:endParaRPr lang="es-ES"/>
        </a:p>
      </dgm:t>
    </dgm:pt>
    <dgm:pt modelId="{AA6E8548-57CE-4C88-A38F-79CD0F9BA0E7}" type="sibTrans" cxnId="{BE7890D4-6844-44B3-85A2-EF28A623C938}">
      <dgm:prSet/>
      <dgm:spPr/>
      <dgm:t>
        <a:bodyPr/>
        <a:lstStyle/>
        <a:p>
          <a:endParaRPr lang="es-ES"/>
        </a:p>
      </dgm:t>
    </dgm:pt>
    <dgm:pt modelId="{0C2161FF-2231-4F28-BE29-22F0BD454CAD}" type="pres">
      <dgm:prSet presAssocID="{3D24FF81-0CBA-4E5D-928B-4D0403BD5F7A}" presName="linear" presStyleCnt="0">
        <dgm:presLayoutVars>
          <dgm:animLvl val="lvl"/>
          <dgm:resizeHandles val="exact"/>
        </dgm:presLayoutVars>
      </dgm:prSet>
      <dgm:spPr/>
    </dgm:pt>
    <dgm:pt modelId="{489FA97F-57F2-422B-BB77-CC7F7DFB85A9}" type="pres">
      <dgm:prSet presAssocID="{A55E36F3-F4FA-4C13-86A5-E26D44D6507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A41922A-5350-4464-9C4B-88E28B6AE91D}" type="pres">
      <dgm:prSet presAssocID="{2EA32336-34AA-4A69-8DBA-F2E7532C3E4F}" presName="spacer" presStyleCnt="0"/>
      <dgm:spPr/>
    </dgm:pt>
    <dgm:pt modelId="{05D8F2E8-770F-4F1E-AE2C-CD9170072A71}" type="pres">
      <dgm:prSet presAssocID="{ADB9A8C0-56F3-4422-B69F-139A8D0CCC5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05FD610-A015-41C1-AC05-0ECCD5FF4012}" type="pres">
      <dgm:prSet presAssocID="{BC6D4B83-4022-452C-9B41-59D2904AD610}" presName="spacer" presStyleCnt="0"/>
      <dgm:spPr/>
    </dgm:pt>
    <dgm:pt modelId="{D82AC618-A97F-4D34-ABF0-3A1BC486A1A3}" type="pres">
      <dgm:prSet presAssocID="{3D601328-DB37-4DCD-877F-F9948230277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F517139-72F5-4C18-9708-FA71210FA8AA}" type="pres">
      <dgm:prSet presAssocID="{979E2FBE-D5C0-40C4-AEBC-5F6C16D91B83}" presName="spacer" presStyleCnt="0"/>
      <dgm:spPr/>
    </dgm:pt>
    <dgm:pt modelId="{6916443D-A7F1-48BC-8E92-8D8F728D0B7F}" type="pres">
      <dgm:prSet presAssocID="{8D9B7D15-424F-46A8-98DF-28BF1AE40A8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620D410-D436-4621-845E-F94BC95CB9BB}" srcId="{3D24FF81-0CBA-4E5D-928B-4D0403BD5F7A}" destId="{A55E36F3-F4FA-4C13-86A5-E26D44D6507A}" srcOrd="0" destOrd="0" parTransId="{0FDC5A16-7F52-48EC-B9A5-13E4E6B5F9AB}" sibTransId="{2EA32336-34AA-4A69-8DBA-F2E7532C3E4F}"/>
    <dgm:cxn modelId="{E6A8C033-98BF-4E6D-8816-9254E3D5C832}" type="presOf" srcId="{3D24FF81-0CBA-4E5D-928B-4D0403BD5F7A}" destId="{0C2161FF-2231-4F28-BE29-22F0BD454CAD}" srcOrd="0" destOrd="0" presId="urn:microsoft.com/office/officeart/2005/8/layout/vList2"/>
    <dgm:cxn modelId="{891E4690-9F28-4D04-9578-816F9CE201F2}" srcId="{3D24FF81-0CBA-4E5D-928B-4D0403BD5F7A}" destId="{ADB9A8C0-56F3-4422-B69F-139A8D0CCC5F}" srcOrd="1" destOrd="0" parTransId="{177FBF1F-F8E5-4A94-96A0-BC4F6C723AFC}" sibTransId="{BC6D4B83-4022-452C-9B41-59D2904AD610}"/>
    <dgm:cxn modelId="{E9350E9B-3ECD-4765-89BE-3913F41857CC}" type="presOf" srcId="{3D601328-DB37-4DCD-877F-F99482302779}" destId="{D82AC618-A97F-4D34-ABF0-3A1BC486A1A3}" srcOrd="0" destOrd="0" presId="urn:microsoft.com/office/officeart/2005/8/layout/vList2"/>
    <dgm:cxn modelId="{1A8C19CD-55D4-4097-9A67-80C4F7EFAE6E}" type="presOf" srcId="{ADB9A8C0-56F3-4422-B69F-139A8D0CCC5F}" destId="{05D8F2E8-770F-4F1E-AE2C-CD9170072A71}" srcOrd="0" destOrd="0" presId="urn:microsoft.com/office/officeart/2005/8/layout/vList2"/>
    <dgm:cxn modelId="{BE7890D4-6844-44B3-85A2-EF28A623C938}" srcId="{3D24FF81-0CBA-4E5D-928B-4D0403BD5F7A}" destId="{8D9B7D15-424F-46A8-98DF-28BF1AE40A8F}" srcOrd="3" destOrd="0" parTransId="{B5A438E2-F549-4507-9194-7951F812A008}" sibTransId="{AA6E8548-57CE-4C88-A38F-79CD0F9BA0E7}"/>
    <dgm:cxn modelId="{3C852BDC-DB24-4496-A12D-C6902F6170C3}" type="presOf" srcId="{A55E36F3-F4FA-4C13-86A5-E26D44D6507A}" destId="{489FA97F-57F2-422B-BB77-CC7F7DFB85A9}" srcOrd="0" destOrd="0" presId="urn:microsoft.com/office/officeart/2005/8/layout/vList2"/>
    <dgm:cxn modelId="{74E5DFE8-CAFD-4C64-B0CC-49B16BA6D8EC}" srcId="{3D24FF81-0CBA-4E5D-928B-4D0403BD5F7A}" destId="{3D601328-DB37-4DCD-877F-F99482302779}" srcOrd="2" destOrd="0" parTransId="{EF44DFF7-865B-4075-9485-646DA71A0370}" sibTransId="{979E2FBE-D5C0-40C4-AEBC-5F6C16D91B83}"/>
    <dgm:cxn modelId="{715E17F7-99EE-44F2-980F-F269A310BF7B}" type="presOf" srcId="{8D9B7D15-424F-46A8-98DF-28BF1AE40A8F}" destId="{6916443D-A7F1-48BC-8E92-8D8F728D0B7F}" srcOrd="0" destOrd="0" presId="urn:microsoft.com/office/officeart/2005/8/layout/vList2"/>
    <dgm:cxn modelId="{5A3DF66C-BA19-4A17-8251-DC6009EB42BA}" type="presParOf" srcId="{0C2161FF-2231-4F28-BE29-22F0BD454CAD}" destId="{489FA97F-57F2-422B-BB77-CC7F7DFB85A9}" srcOrd="0" destOrd="0" presId="urn:microsoft.com/office/officeart/2005/8/layout/vList2"/>
    <dgm:cxn modelId="{EBC87E22-DF9A-48AC-A7DC-E03591C8AC96}" type="presParOf" srcId="{0C2161FF-2231-4F28-BE29-22F0BD454CAD}" destId="{EA41922A-5350-4464-9C4B-88E28B6AE91D}" srcOrd="1" destOrd="0" presId="urn:microsoft.com/office/officeart/2005/8/layout/vList2"/>
    <dgm:cxn modelId="{63BF0C3B-EE0C-4669-8DF4-EA5B2A275AC4}" type="presParOf" srcId="{0C2161FF-2231-4F28-BE29-22F0BD454CAD}" destId="{05D8F2E8-770F-4F1E-AE2C-CD9170072A71}" srcOrd="2" destOrd="0" presId="urn:microsoft.com/office/officeart/2005/8/layout/vList2"/>
    <dgm:cxn modelId="{BB9D4A5E-BD7B-47CC-BFCD-C6A7AFCBD219}" type="presParOf" srcId="{0C2161FF-2231-4F28-BE29-22F0BD454CAD}" destId="{E05FD610-A015-41C1-AC05-0ECCD5FF4012}" srcOrd="3" destOrd="0" presId="urn:microsoft.com/office/officeart/2005/8/layout/vList2"/>
    <dgm:cxn modelId="{6A48239C-D526-4D3B-ACA4-375C4993A251}" type="presParOf" srcId="{0C2161FF-2231-4F28-BE29-22F0BD454CAD}" destId="{D82AC618-A97F-4D34-ABF0-3A1BC486A1A3}" srcOrd="4" destOrd="0" presId="urn:microsoft.com/office/officeart/2005/8/layout/vList2"/>
    <dgm:cxn modelId="{8A3636B4-475E-4786-859A-B061C4665204}" type="presParOf" srcId="{0C2161FF-2231-4F28-BE29-22F0BD454CAD}" destId="{BF517139-72F5-4C18-9708-FA71210FA8AA}" srcOrd="5" destOrd="0" presId="urn:microsoft.com/office/officeart/2005/8/layout/vList2"/>
    <dgm:cxn modelId="{AA02BE37-CE4E-46CE-984D-B6B48EABAB41}" type="presParOf" srcId="{0C2161FF-2231-4F28-BE29-22F0BD454CAD}" destId="{6916443D-A7F1-48BC-8E92-8D8F728D0B7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C95FB30-C4D6-4E81-9F1F-B9D0FBBE7A2D}" type="doc">
      <dgm:prSet loTypeId="urn:microsoft.com/office/officeart/2005/8/layout/hProcess11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s-ES"/>
        </a:p>
      </dgm:t>
    </dgm:pt>
    <dgm:pt modelId="{541A1385-5E41-441A-A33B-81F95A4E1951}">
      <dgm:prSet/>
      <dgm:spPr/>
      <dgm:t>
        <a:bodyPr/>
        <a:lstStyle/>
        <a:p>
          <a:r>
            <a:rPr lang="es-ES" dirty="0"/>
            <a:t>Identificación </a:t>
          </a:r>
        </a:p>
      </dgm:t>
    </dgm:pt>
    <dgm:pt modelId="{A45A9A24-8DDB-46B4-8086-C6075C5B0139}" type="parTrans" cxnId="{3F95E5C4-0944-41FF-A55B-4882E95EDEB0}">
      <dgm:prSet/>
      <dgm:spPr/>
      <dgm:t>
        <a:bodyPr/>
        <a:lstStyle/>
        <a:p>
          <a:endParaRPr lang="es-ES"/>
        </a:p>
      </dgm:t>
    </dgm:pt>
    <dgm:pt modelId="{4FA53BC2-C09B-42D5-8EBD-519FCCC6353E}" type="sibTrans" cxnId="{3F95E5C4-0944-41FF-A55B-4882E95EDEB0}">
      <dgm:prSet/>
      <dgm:spPr/>
      <dgm:t>
        <a:bodyPr/>
        <a:lstStyle/>
        <a:p>
          <a:endParaRPr lang="es-ES"/>
        </a:p>
      </dgm:t>
    </dgm:pt>
    <dgm:pt modelId="{BC7E10F0-F9F3-488B-9540-06DE82A848AE}">
      <dgm:prSet/>
      <dgm:spPr/>
      <dgm:t>
        <a:bodyPr/>
        <a:lstStyle/>
        <a:p>
          <a:r>
            <a:rPr lang="es-ES" dirty="0"/>
            <a:t>Chequeo</a:t>
          </a:r>
        </a:p>
      </dgm:t>
    </dgm:pt>
    <dgm:pt modelId="{0A8E0160-E0CC-4906-B483-52D50C3B43FB}" type="parTrans" cxnId="{ACEC9EEC-5DFC-4A8A-BFFF-7B65E7EBFE34}">
      <dgm:prSet/>
      <dgm:spPr/>
      <dgm:t>
        <a:bodyPr/>
        <a:lstStyle/>
        <a:p>
          <a:endParaRPr lang="es-ES"/>
        </a:p>
      </dgm:t>
    </dgm:pt>
    <dgm:pt modelId="{88811E22-CF99-464C-B81A-C02C8EF98F38}" type="sibTrans" cxnId="{ACEC9EEC-5DFC-4A8A-BFFF-7B65E7EBFE34}">
      <dgm:prSet/>
      <dgm:spPr/>
      <dgm:t>
        <a:bodyPr/>
        <a:lstStyle/>
        <a:p>
          <a:endParaRPr lang="es-ES"/>
        </a:p>
      </dgm:t>
    </dgm:pt>
    <dgm:pt modelId="{F82A9ADF-EC6D-405F-B54F-8E1E93A7EEEB}">
      <dgm:prSet/>
      <dgm:spPr/>
      <dgm:t>
        <a:bodyPr/>
        <a:lstStyle/>
        <a:p>
          <a:r>
            <a:rPr lang="es-ES" dirty="0"/>
            <a:t>Elegibilidad</a:t>
          </a:r>
        </a:p>
      </dgm:t>
    </dgm:pt>
    <dgm:pt modelId="{D6E9F76E-9A6C-4029-958A-24ACF83B7040}" type="parTrans" cxnId="{E29150D8-CA02-4243-B05A-9F414FAF89B7}">
      <dgm:prSet/>
      <dgm:spPr/>
      <dgm:t>
        <a:bodyPr/>
        <a:lstStyle/>
        <a:p>
          <a:endParaRPr lang="es-ES"/>
        </a:p>
      </dgm:t>
    </dgm:pt>
    <dgm:pt modelId="{CBB95BB5-3DCF-40F1-8140-8A769B400134}" type="sibTrans" cxnId="{E29150D8-CA02-4243-B05A-9F414FAF89B7}">
      <dgm:prSet/>
      <dgm:spPr/>
      <dgm:t>
        <a:bodyPr/>
        <a:lstStyle/>
        <a:p>
          <a:endParaRPr lang="es-ES"/>
        </a:p>
      </dgm:t>
    </dgm:pt>
    <dgm:pt modelId="{AC13DDD0-5DC3-47FC-8558-9A7E3EF1CCAD}">
      <dgm:prSet/>
      <dgm:spPr/>
      <dgm:t>
        <a:bodyPr/>
        <a:lstStyle/>
        <a:p>
          <a:r>
            <a:rPr lang="es-ES" dirty="0"/>
            <a:t>Contenido</a:t>
          </a:r>
        </a:p>
      </dgm:t>
    </dgm:pt>
    <dgm:pt modelId="{91EEFE71-1EF5-464E-ACA4-C02FCCA64AC9}" type="parTrans" cxnId="{65A8C570-D691-4EE2-AB7C-C5A1DD9E7860}">
      <dgm:prSet/>
      <dgm:spPr/>
      <dgm:t>
        <a:bodyPr/>
        <a:lstStyle/>
        <a:p>
          <a:endParaRPr lang="es-ES"/>
        </a:p>
      </dgm:t>
    </dgm:pt>
    <dgm:pt modelId="{092A2804-9003-4302-B3F4-699C7CF7CCFF}" type="sibTrans" cxnId="{65A8C570-D691-4EE2-AB7C-C5A1DD9E7860}">
      <dgm:prSet/>
      <dgm:spPr/>
      <dgm:t>
        <a:bodyPr/>
        <a:lstStyle/>
        <a:p>
          <a:endParaRPr lang="es-ES"/>
        </a:p>
      </dgm:t>
    </dgm:pt>
    <dgm:pt modelId="{BD6CF527-DE67-4042-8DA9-454BD5AE99CF}">
      <dgm:prSet/>
      <dgm:spPr/>
      <dgm:t>
        <a:bodyPr/>
        <a:lstStyle/>
        <a:p>
          <a:r>
            <a:rPr lang="es-ES" dirty="0"/>
            <a:t>Extracción de datos</a:t>
          </a:r>
        </a:p>
      </dgm:t>
    </dgm:pt>
    <dgm:pt modelId="{CCF3D184-F333-4C1A-88AF-A46172B21EAA}" type="parTrans" cxnId="{25F3BA0C-302B-4D2F-8D51-F5A875D56F1E}">
      <dgm:prSet/>
      <dgm:spPr/>
      <dgm:t>
        <a:bodyPr/>
        <a:lstStyle/>
        <a:p>
          <a:endParaRPr lang="es-ES"/>
        </a:p>
      </dgm:t>
    </dgm:pt>
    <dgm:pt modelId="{219CAD25-BF37-40A3-B04E-74CFE385657A}" type="sibTrans" cxnId="{25F3BA0C-302B-4D2F-8D51-F5A875D56F1E}">
      <dgm:prSet/>
      <dgm:spPr/>
      <dgm:t>
        <a:bodyPr/>
        <a:lstStyle/>
        <a:p>
          <a:endParaRPr lang="es-ES"/>
        </a:p>
      </dgm:t>
    </dgm:pt>
    <dgm:pt modelId="{F8F74856-8A55-4D02-AC34-43B8975D60A7}">
      <dgm:prSet/>
      <dgm:spPr/>
      <dgm:t>
        <a:bodyPr/>
        <a:lstStyle/>
        <a:p>
          <a:r>
            <a:rPr lang="es-ES" dirty="0"/>
            <a:t>Análisis de datos</a:t>
          </a:r>
        </a:p>
      </dgm:t>
    </dgm:pt>
    <dgm:pt modelId="{43680979-2B20-44E2-86A9-3D78A2614AAB}" type="parTrans" cxnId="{219B47D9-8DCE-4CD5-B468-5A6B241315A0}">
      <dgm:prSet/>
      <dgm:spPr/>
      <dgm:t>
        <a:bodyPr/>
        <a:lstStyle/>
        <a:p>
          <a:endParaRPr lang="es-ES"/>
        </a:p>
      </dgm:t>
    </dgm:pt>
    <dgm:pt modelId="{B4EC23EC-8398-46F8-9E2B-0D4103B146CE}" type="sibTrans" cxnId="{219B47D9-8DCE-4CD5-B468-5A6B241315A0}">
      <dgm:prSet/>
      <dgm:spPr/>
      <dgm:t>
        <a:bodyPr/>
        <a:lstStyle/>
        <a:p>
          <a:endParaRPr lang="es-ES"/>
        </a:p>
      </dgm:t>
    </dgm:pt>
    <dgm:pt modelId="{AC521CE5-0F58-4257-96A8-68DEA1FA5A91}" type="pres">
      <dgm:prSet presAssocID="{1C95FB30-C4D6-4E81-9F1F-B9D0FBBE7A2D}" presName="Name0" presStyleCnt="0">
        <dgm:presLayoutVars>
          <dgm:dir/>
          <dgm:resizeHandles val="exact"/>
        </dgm:presLayoutVars>
      </dgm:prSet>
      <dgm:spPr/>
    </dgm:pt>
    <dgm:pt modelId="{FA46C603-46B6-4100-8393-79C47B599A05}" type="pres">
      <dgm:prSet presAssocID="{1C95FB30-C4D6-4E81-9F1F-B9D0FBBE7A2D}" presName="arrow" presStyleLbl="bgShp" presStyleIdx="0" presStyleCnt="1"/>
      <dgm:spPr/>
    </dgm:pt>
    <dgm:pt modelId="{2137EABA-51D9-4FE4-B0BE-CC57640CAE8A}" type="pres">
      <dgm:prSet presAssocID="{1C95FB30-C4D6-4E81-9F1F-B9D0FBBE7A2D}" presName="points" presStyleCnt="0"/>
      <dgm:spPr/>
    </dgm:pt>
    <dgm:pt modelId="{512904B9-2664-476A-8F96-2E26BCBC23EA}" type="pres">
      <dgm:prSet presAssocID="{541A1385-5E41-441A-A33B-81F95A4E1951}" presName="compositeA" presStyleCnt="0"/>
      <dgm:spPr/>
    </dgm:pt>
    <dgm:pt modelId="{54268440-B79D-46F8-9B3B-A5DFDBD0382B}" type="pres">
      <dgm:prSet presAssocID="{541A1385-5E41-441A-A33B-81F95A4E1951}" presName="textA" presStyleLbl="revTx" presStyleIdx="0" presStyleCnt="6">
        <dgm:presLayoutVars>
          <dgm:bulletEnabled val="1"/>
        </dgm:presLayoutVars>
      </dgm:prSet>
      <dgm:spPr/>
    </dgm:pt>
    <dgm:pt modelId="{30650FD4-2528-4C76-967C-D51CA2FBF03C}" type="pres">
      <dgm:prSet presAssocID="{541A1385-5E41-441A-A33B-81F95A4E1951}" presName="circleA" presStyleLbl="node1" presStyleIdx="0" presStyleCnt="6"/>
      <dgm:spPr/>
    </dgm:pt>
    <dgm:pt modelId="{1A478335-5ED7-496F-B0A7-A9DF6F31E60D}" type="pres">
      <dgm:prSet presAssocID="{541A1385-5E41-441A-A33B-81F95A4E1951}" presName="spaceA" presStyleCnt="0"/>
      <dgm:spPr/>
    </dgm:pt>
    <dgm:pt modelId="{3FA6110D-A099-41B7-8711-6E05DBD4CD8F}" type="pres">
      <dgm:prSet presAssocID="{4FA53BC2-C09B-42D5-8EBD-519FCCC6353E}" presName="space" presStyleCnt="0"/>
      <dgm:spPr/>
    </dgm:pt>
    <dgm:pt modelId="{3C358A93-C313-4ECE-86B8-8F8A1DD99CBE}" type="pres">
      <dgm:prSet presAssocID="{BC7E10F0-F9F3-488B-9540-06DE82A848AE}" presName="compositeB" presStyleCnt="0"/>
      <dgm:spPr/>
    </dgm:pt>
    <dgm:pt modelId="{A16B15D5-D227-4731-888F-41D2311D0DC5}" type="pres">
      <dgm:prSet presAssocID="{BC7E10F0-F9F3-488B-9540-06DE82A848AE}" presName="textB" presStyleLbl="revTx" presStyleIdx="1" presStyleCnt="6">
        <dgm:presLayoutVars>
          <dgm:bulletEnabled val="1"/>
        </dgm:presLayoutVars>
      </dgm:prSet>
      <dgm:spPr/>
    </dgm:pt>
    <dgm:pt modelId="{4EC7E8C1-6BEE-4B85-A016-93D7488EDE62}" type="pres">
      <dgm:prSet presAssocID="{BC7E10F0-F9F3-488B-9540-06DE82A848AE}" presName="circleB" presStyleLbl="node1" presStyleIdx="1" presStyleCnt="6"/>
      <dgm:spPr/>
    </dgm:pt>
    <dgm:pt modelId="{5344D479-E957-4982-82F4-0D6B0B941334}" type="pres">
      <dgm:prSet presAssocID="{BC7E10F0-F9F3-488B-9540-06DE82A848AE}" presName="spaceB" presStyleCnt="0"/>
      <dgm:spPr/>
    </dgm:pt>
    <dgm:pt modelId="{E0667E93-2642-4D39-B972-01237E774C2A}" type="pres">
      <dgm:prSet presAssocID="{88811E22-CF99-464C-B81A-C02C8EF98F38}" presName="space" presStyleCnt="0"/>
      <dgm:spPr/>
    </dgm:pt>
    <dgm:pt modelId="{D6CD5D0C-BB9E-4F03-913E-0F8F227A530C}" type="pres">
      <dgm:prSet presAssocID="{F82A9ADF-EC6D-405F-B54F-8E1E93A7EEEB}" presName="compositeA" presStyleCnt="0"/>
      <dgm:spPr/>
    </dgm:pt>
    <dgm:pt modelId="{1CEFBFCE-C034-400D-B1EC-168F00A434DC}" type="pres">
      <dgm:prSet presAssocID="{F82A9ADF-EC6D-405F-B54F-8E1E93A7EEEB}" presName="textA" presStyleLbl="revTx" presStyleIdx="2" presStyleCnt="6">
        <dgm:presLayoutVars>
          <dgm:bulletEnabled val="1"/>
        </dgm:presLayoutVars>
      </dgm:prSet>
      <dgm:spPr/>
    </dgm:pt>
    <dgm:pt modelId="{DCF29285-3BB2-4322-A7B2-D9AE696C4A8A}" type="pres">
      <dgm:prSet presAssocID="{F82A9ADF-EC6D-405F-B54F-8E1E93A7EEEB}" presName="circleA" presStyleLbl="node1" presStyleIdx="2" presStyleCnt="6"/>
      <dgm:spPr/>
    </dgm:pt>
    <dgm:pt modelId="{681C599B-CC0B-4389-AC04-3C681B14502D}" type="pres">
      <dgm:prSet presAssocID="{F82A9ADF-EC6D-405F-B54F-8E1E93A7EEEB}" presName="spaceA" presStyleCnt="0"/>
      <dgm:spPr/>
    </dgm:pt>
    <dgm:pt modelId="{E924DAE8-762D-4905-959B-5F8635A304F6}" type="pres">
      <dgm:prSet presAssocID="{CBB95BB5-3DCF-40F1-8140-8A769B400134}" presName="space" presStyleCnt="0"/>
      <dgm:spPr/>
    </dgm:pt>
    <dgm:pt modelId="{5A280D2B-CBE2-4B35-81BB-79CE964B6F35}" type="pres">
      <dgm:prSet presAssocID="{AC13DDD0-5DC3-47FC-8558-9A7E3EF1CCAD}" presName="compositeB" presStyleCnt="0"/>
      <dgm:spPr/>
    </dgm:pt>
    <dgm:pt modelId="{1ABBA036-D3FE-4542-A6DB-876BF0745EF9}" type="pres">
      <dgm:prSet presAssocID="{AC13DDD0-5DC3-47FC-8558-9A7E3EF1CCAD}" presName="textB" presStyleLbl="revTx" presStyleIdx="3" presStyleCnt="6">
        <dgm:presLayoutVars>
          <dgm:bulletEnabled val="1"/>
        </dgm:presLayoutVars>
      </dgm:prSet>
      <dgm:spPr/>
    </dgm:pt>
    <dgm:pt modelId="{3F7F3998-B6D9-47B0-B633-F80E52E3F4EA}" type="pres">
      <dgm:prSet presAssocID="{AC13DDD0-5DC3-47FC-8558-9A7E3EF1CCAD}" presName="circleB" presStyleLbl="node1" presStyleIdx="3" presStyleCnt="6"/>
      <dgm:spPr/>
    </dgm:pt>
    <dgm:pt modelId="{9D881B2B-DFBB-41FB-9F50-D4313B0C9B14}" type="pres">
      <dgm:prSet presAssocID="{AC13DDD0-5DC3-47FC-8558-9A7E3EF1CCAD}" presName="spaceB" presStyleCnt="0"/>
      <dgm:spPr/>
    </dgm:pt>
    <dgm:pt modelId="{EFB1A5C2-32EF-4D1E-A6AC-AEF0753B3A0C}" type="pres">
      <dgm:prSet presAssocID="{092A2804-9003-4302-B3F4-699C7CF7CCFF}" presName="space" presStyleCnt="0"/>
      <dgm:spPr/>
    </dgm:pt>
    <dgm:pt modelId="{77B5555C-363F-4F44-B833-1E22E175E0E3}" type="pres">
      <dgm:prSet presAssocID="{BD6CF527-DE67-4042-8DA9-454BD5AE99CF}" presName="compositeA" presStyleCnt="0"/>
      <dgm:spPr/>
    </dgm:pt>
    <dgm:pt modelId="{DD3619A7-66C0-4418-9C06-A6A56F0B59E5}" type="pres">
      <dgm:prSet presAssocID="{BD6CF527-DE67-4042-8DA9-454BD5AE99CF}" presName="textA" presStyleLbl="revTx" presStyleIdx="4" presStyleCnt="6">
        <dgm:presLayoutVars>
          <dgm:bulletEnabled val="1"/>
        </dgm:presLayoutVars>
      </dgm:prSet>
      <dgm:spPr/>
    </dgm:pt>
    <dgm:pt modelId="{144E9059-5C6F-4DE3-AB69-CB4D909546FD}" type="pres">
      <dgm:prSet presAssocID="{BD6CF527-DE67-4042-8DA9-454BD5AE99CF}" presName="circleA" presStyleLbl="node1" presStyleIdx="4" presStyleCnt="6"/>
      <dgm:spPr/>
    </dgm:pt>
    <dgm:pt modelId="{C7A0D90D-D019-44C0-8979-316BCD758AAA}" type="pres">
      <dgm:prSet presAssocID="{BD6CF527-DE67-4042-8DA9-454BD5AE99CF}" presName="spaceA" presStyleCnt="0"/>
      <dgm:spPr/>
    </dgm:pt>
    <dgm:pt modelId="{C13F03EF-679D-46D9-838B-7274610DA02F}" type="pres">
      <dgm:prSet presAssocID="{219CAD25-BF37-40A3-B04E-74CFE385657A}" presName="space" presStyleCnt="0"/>
      <dgm:spPr/>
    </dgm:pt>
    <dgm:pt modelId="{54B644B6-2D07-4D57-955D-777E50699C2B}" type="pres">
      <dgm:prSet presAssocID="{F8F74856-8A55-4D02-AC34-43B8975D60A7}" presName="compositeB" presStyleCnt="0"/>
      <dgm:spPr/>
    </dgm:pt>
    <dgm:pt modelId="{A616D7E6-16D0-4279-BF04-2878A103D9CD}" type="pres">
      <dgm:prSet presAssocID="{F8F74856-8A55-4D02-AC34-43B8975D60A7}" presName="textB" presStyleLbl="revTx" presStyleIdx="5" presStyleCnt="6">
        <dgm:presLayoutVars>
          <dgm:bulletEnabled val="1"/>
        </dgm:presLayoutVars>
      </dgm:prSet>
      <dgm:spPr/>
    </dgm:pt>
    <dgm:pt modelId="{0C389C75-C972-4889-840D-CA93C61C2535}" type="pres">
      <dgm:prSet presAssocID="{F8F74856-8A55-4D02-AC34-43B8975D60A7}" presName="circleB" presStyleLbl="node1" presStyleIdx="5" presStyleCnt="6"/>
      <dgm:spPr/>
    </dgm:pt>
    <dgm:pt modelId="{3E956FDE-F66C-401E-BC90-1E2F493270EA}" type="pres">
      <dgm:prSet presAssocID="{F8F74856-8A55-4D02-AC34-43B8975D60A7}" presName="spaceB" presStyleCnt="0"/>
      <dgm:spPr/>
    </dgm:pt>
  </dgm:ptLst>
  <dgm:cxnLst>
    <dgm:cxn modelId="{25F3BA0C-302B-4D2F-8D51-F5A875D56F1E}" srcId="{1C95FB30-C4D6-4E81-9F1F-B9D0FBBE7A2D}" destId="{BD6CF527-DE67-4042-8DA9-454BD5AE99CF}" srcOrd="4" destOrd="0" parTransId="{CCF3D184-F333-4C1A-88AF-A46172B21EAA}" sibTransId="{219CAD25-BF37-40A3-B04E-74CFE385657A}"/>
    <dgm:cxn modelId="{6E75700E-DF1E-4D86-8CFB-EF4A548FB3E1}" type="presOf" srcId="{F82A9ADF-EC6D-405F-B54F-8E1E93A7EEEB}" destId="{1CEFBFCE-C034-400D-B1EC-168F00A434DC}" srcOrd="0" destOrd="0" presId="urn:microsoft.com/office/officeart/2005/8/layout/hProcess11"/>
    <dgm:cxn modelId="{EECD432D-44FF-4C2E-A206-86DABD40877E}" type="presOf" srcId="{BD6CF527-DE67-4042-8DA9-454BD5AE99CF}" destId="{DD3619A7-66C0-4418-9C06-A6A56F0B59E5}" srcOrd="0" destOrd="0" presId="urn:microsoft.com/office/officeart/2005/8/layout/hProcess11"/>
    <dgm:cxn modelId="{F4039E49-467B-4D64-9259-D90721584157}" type="presOf" srcId="{F8F74856-8A55-4D02-AC34-43B8975D60A7}" destId="{A616D7E6-16D0-4279-BF04-2878A103D9CD}" srcOrd="0" destOrd="0" presId="urn:microsoft.com/office/officeart/2005/8/layout/hProcess11"/>
    <dgm:cxn modelId="{CECC3F50-0B8D-4D0C-82AB-D07804A43C71}" type="presOf" srcId="{AC13DDD0-5DC3-47FC-8558-9A7E3EF1CCAD}" destId="{1ABBA036-D3FE-4542-A6DB-876BF0745EF9}" srcOrd="0" destOrd="0" presId="urn:microsoft.com/office/officeart/2005/8/layout/hProcess11"/>
    <dgm:cxn modelId="{65A8C570-D691-4EE2-AB7C-C5A1DD9E7860}" srcId="{1C95FB30-C4D6-4E81-9F1F-B9D0FBBE7A2D}" destId="{AC13DDD0-5DC3-47FC-8558-9A7E3EF1CCAD}" srcOrd="3" destOrd="0" parTransId="{91EEFE71-1EF5-464E-ACA4-C02FCCA64AC9}" sibTransId="{092A2804-9003-4302-B3F4-699C7CF7CCFF}"/>
    <dgm:cxn modelId="{8E320A54-4E7B-4D08-BE43-E0B67835578B}" type="presOf" srcId="{1C95FB30-C4D6-4E81-9F1F-B9D0FBBE7A2D}" destId="{AC521CE5-0F58-4257-96A8-68DEA1FA5A91}" srcOrd="0" destOrd="0" presId="urn:microsoft.com/office/officeart/2005/8/layout/hProcess11"/>
    <dgm:cxn modelId="{6197DDAD-CF9B-469A-9A17-48A39DC6B475}" type="presOf" srcId="{BC7E10F0-F9F3-488B-9540-06DE82A848AE}" destId="{A16B15D5-D227-4731-888F-41D2311D0DC5}" srcOrd="0" destOrd="0" presId="urn:microsoft.com/office/officeart/2005/8/layout/hProcess11"/>
    <dgm:cxn modelId="{3F95E5C4-0944-41FF-A55B-4882E95EDEB0}" srcId="{1C95FB30-C4D6-4E81-9F1F-B9D0FBBE7A2D}" destId="{541A1385-5E41-441A-A33B-81F95A4E1951}" srcOrd="0" destOrd="0" parTransId="{A45A9A24-8DDB-46B4-8086-C6075C5B0139}" sibTransId="{4FA53BC2-C09B-42D5-8EBD-519FCCC6353E}"/>
    <dgm:cxn modelId="{E29150D8-CA02-4243-B05A-9F414FAF89B7}" srcId="{1C95FB30-C4D6-4E81-9F1F-B9D0FBBE7A2D}" destId="{F82A9ADF-EC6D-405F-B54F-8E1E93A7EEEB}" srcOrd="2" destOrd="0" parTransId="{D6E9F76E-9A6C-4029-958A-24ACF83B7040}" sibTransId="{CBB95BB5-3DCF-40F1-8140-8A769B400134}"/>
    <dgm:cxn modelId="{219B47D9-8DCE-4CD5-B468-5A6B241315A0}" srcId="{1C95FB30-C4D6-4E81-9F1F-B9D0FBBE7A2D}" destId="{F8F74856-8A55-4D02-AC34-43B8975D60A7}" srcOrd="5" destOrd="0" parTransId="{43680979-2B20-44E2-86A9-3D78A2614AAB}" sibTransId="{B4EC23EC-8398-46F8-9E2B-0D4103B146CE}"/>
    <dgm:cxn modelId="{C1F207E1-3AC0-4D10-9DBC-71909A93E8FF}" type="presOf" srcId="{541A1385-5E41-441A-A33B-81F95A4E1951}" destId="{54268440-B79D-46F8-9B3B-A5DFDBD0382B}" srcOrd="0" destOrd="0" presId="urn:microsoft.com/office/officeart/2005/8/layout/hProcess11"/>
    <dgm:cxn modelId="{ACEC9EEC-5DFC-4A8A-BFFF-7B65E7EBFE34}" srcId="{1C95FB30-C4D6-4E81-9F1F-B9D0FBBE7A2D}" destId="{BC7E10F0-F9F3-488B-9540-06DE82A848AE}" srcOrd="1" destOrd="0" parTransId="{0A8E0160-E0CC-4906-B483-52D50C3B43FB}" sibTransId="{88811E22-CF99-464C-B81A-C02C8EF98F38}"/>
    <dgm:cxn modelId="{31A6F956-F802-498B-BA25-9AE826DF9BC5}" type="presParOf" srcId="{AC521CE5-0F58-4257-96A8-68DEA1FA5A91}" destId="{FA46C603-46B6-4100-8393-79C47B599A05}" srcOrd="0" destOrd="0" presId="urn:microsoft.com/office/officeart/2005/8/layout/hProcess11"/>
    <dgm:cxn modelId="{31782FED-AAAD-401A-A9C6-82DBCFA20812}" type="presParOf" srcId="{AC521CE5-0F58-4257-96A8-68DEA1FA5A91}" destId="{2137EABA-51D9-4FE4-B0BE-CC57640CAE8A}" srcOrd="1" destOrd="0" presId="urn:microsoft.com/office/officeart/2005/8/layout/hProcess11"/>
    <dgm:cxn modelId="{EED7DC3F-1FF0-4728-A24D-21ADB8BA9DB6}" type="presParOf" srcId="{2137EABA-51D9-4FE4-B0BE-CC57640CAE8A}" destId="{512904B9-2664-476A-8F96-2E26BCBC23EA}" srcOrd="0" destOrd="0" presId="urn:microsoft.com/office/officeart/2005/8/layout/hProcess11"/>
    <dgm:cxn modelId="{8017C24C-2EE4-4090-A2F4-5BEF167BB6DD}" type="presParOf" srcId="{512904B9-2664-476A-8F96-2E26BCBC23EA}" destId="{54268440-B79D-46F8-9B3B-A5DFDBD0382B}" srcOrd="0" destOrd="0" presId="urn:microsoft.com/office/officeart/2005/8/layout/hProcess11"/>
    <dgm:cxn modelId="{0DC2DB24-5566-46F5-82EE-6868FAED5FF8}" type="presParOf" srcId="{512904B9-2664-476A-8F96-2E26BCBC23EA}" destId="{30650FD4-2528-4C76-967C-D51CA2FBF03C}" srcOrd="1" destOrd="0" presId="urn:microsoft.com/office/officeart/2005/8/layout/hProcess11"/>
    <dgm:cxn modelId="{32141DF4-1AEF-4EF3-819D-5ED04C6BB40C}" type="presParOf" srcId="{512904B9-2664-476A-8F96-2E26BCBC23EA}" destId="{1A478335-5ED7-496F-B0A7-A9DF6F31E60D}" srcOrd="2" destOrd="0" presId="urn:microsoft.com/office/officeart/2005/8/layout/hProcess11"/>
    <dgm:cxn modelId="{B227624C-CACA-4463-A361-43D41F6D2B33}" type="presParOf" srcId="{2137EABA-51D9-4FE4-B0BE-CC57640CAE8A}" destId="{3FA6110D-A099-41B7-8711-6E05DBD4CD8F}" srcOrd="1" destOrd="0" presId="urn:microsoft.com/office/officeart/2005/8/layout/hProcess11"/>
    <dgm:cxn modelId="{CCEEF9A6-E8A7-4963-9805-63575F5AD095}" type="presParOf" srcId="{2137EABA-51D9-4FE4-B0BE-CC57640CAE8A}" destId="{3C358A93-C313-4ECE-86B8-8F8A1DD99CBE}" srcOrd="2" destOrd="0" presId="urn:microsoft.com/office/officeart/2005/8/layout/hProcess11"/>
    <dgm:cxn modelId="{FF2E9760-0D83-4FFE-8D43-3C9AE34F31C0}" type="presParOf" srcId="{3C358A93-C313-4ECE-86B8-8F8A1DD99CBE}" destId="{A16B15D5-D227-4731-888F-41D2311D0DC5}" srcOrd="0" destOrd="0" presId="urn:microsoft.com/office/officeart/2005/8/layout/hProcess11"/>
    <dgm:cxn modelId="{96F18AD7-0444-4F1A-82CB-192672534DCC}" type="presParOf" srcId="{3C358A93-C313-4ECE-86B8-8F8A1DD99CBE}" destId="{4EC7E8C1-6BEE-4B85-A016-93D7488EDE62}" srcOrd="1" destOrd="0" presId="urn:microsoft.com/office/officeart/2005/8/layout/hProcess11"/>
    <dgm:cxn modelId="{FEE88E40-26E2-44EB-AD94-46F3F83FA71F}" type="presParOf" srcId="{3C358A93-C313-4ECE-86B8-8F8A1DD99CBE}" destId="{5344D479-E957-4982-82F4-0D6B0B941334}" srcOrd="2" destOrd="0" presId="urn:microsoft.com/office/officeart/2005/8/layout/hProcess11"/>
    <dgm:cxn modelId="{0515250B-7818-4335-B257-5A5BEC19F025}" type="presParOf" srcId="{2137EABA-51D9-4FE4-B0BE-CC57640CAE8A}" destId="{E0667E93-2642-4D39-B972-01237E774C2A}" srcOrd="3" destOrd="0" presId="urn:microsoft.com/office/officeart/2005/8/layout/hProcess11"/>
    <dgm:cxn modelId="{94B1FAB1-857B-4DE3-B474-8ED347AE3320}" type="presParOf" srcId="{2137EABA-51D9-4FE4-B0BE-CC57640CAE8A}" destId="{D6CD5D0C-BB9E-4F03-913E-0F8F227A530C}" srcOrd="4" destOrd="0" presId="urn:microsoft.com/office/officeart/2005/8/layout/hProcess11"/>
    <dgm:cxn modelId="{CF6033CC-EE22-4DB4-9FA8-1B014948E29C}" type="presParOf" srcId="{D6CD5D0C-BB9E-4F03-913E-0F8F227A530C}" destId="{1CEFBFCE-C034-400D-B1EC-168F00A434DC}" srcOrd="0" destOrd="0" presId="urn:microsoft.com/office/officeart/2005/8/layout/hProcess11"/>
    <dgm:cxn modelId="{2479AC62-FB74-4C05-9B7F-FA32E2F3F8CE}" type="presParOf" srcId="{D6CD5D0C-BB9E-4F03-913E-0F8F227A530C}" destId="{DCF29285-3BB2-4322-A7B2-D9AE696C4A8A}" srcOrd="1" destOrd="0" presId="urn:microsoft.com/office/officeart/2005/8/layout/hProcess11"/>
    <dgm:cxn modelId="{069C4835-51DE-4281-8123-7A05B8C3C2CC}" type="presParOf" srcId="{D6CD5D0C-BB9E-4F03-913E-0F8F227A530C}" destId="{681C599B-CC0B-4389-AC04-3C681B14502D}" srcOrd="2" destOrd="0" presId="urn:microsoft.com/office/officeart/2005/8/layout/hProcess11"/>
    <dgm:cxn modelId="{58754A18-E021-4DC7-90D7-7D041029F24B}" type="presParOf" srcId="{2137EABA-51D9-4FE4-B0BE-CC57640CAE8A}" destId="{E924DAE8-762D-4905-959B-5F8635A304F6}" srcOrd="5" destOrd="0" presId="urn:microsoft.com/office/officeart/2005/8/layout/hProcess11"/>
    <dgm:cxn modelId="{E66FE06C-13C0-41D0-8936-AD17D12C41C9}" type="presParOf" srcId="{2137EABA-51D9-4FE4-B0BE-CC57640CAE8A}" destId="{5A280D2B-CBE2-4B35-81BB-79CE964B6F35}" srcOrd="6" destOrd="0" presId="urn:microsoft.com/office/officeart/2005/8/layout/hProcess11"/>
    <dgm:cxn modelId="{4FE768E9-65AA-4BEE-BBD5-865FB153CAD7}" type="presParOf" srcId="{5A280D2B-CBE2-4B35-81BB-79CE964B6F35}" destId="{1ABBA036-D3FE-4542-A6DB-876BF0745EF9}" srcOrd="0" destOrd="0" presId="urn:microsoft.com/office/officeart/2005/8/layout/hProcess11"/>
    <dgm:cxn modelId="{EE9CA288-54C4-47A9-9D36-D3521BDEEABD}" type="presParOf" srcId="{5A280D2B-CBE2-4B35-81BB-79CE964B6F35}" destId="{3F7F3998-B6D9-47B0-B633-F80E52E3F4EA}" srcOrd="1" destOrd="0" presId="urn:microsoft.com/office/officeart/2005/8/layout/hProcess11"/>
    <dgm:cxn modelId="{15EFF756-7125-4E28-9F04-CAE4F4C2B66F}" type="presParOf" srcId="{5A280D2B-CBE2-4B35-81BB-79CE964B6F35}" destId="{9D881B2B-DFBB-41FB-9F50-D4313B0C9B14}" srcOrd="2" destOrd="0" presId="urn:microsoft.com/office/officeart/2005/8/layout/hProcess11"/>
    <dgm:cxn modelId="{670CA2D2-FD90-4C61-98CE-BCD638217C28}" type="presParOf" srcId="{2137EABA-51D9-4FE4-B0BE-CC57640CAE8A}" destId="{EFB1A5C2-32EF-4D1E-A6AC-AEF0753B3A0C}" srcOrd="7" destOrd="0" presId="urn:microsoft.com/office/officeart/2005/8/layout/hProcess11"/>
    <dgm:cxn modelId="{E0ED3B31-1000-4F3F-98A2-8D91A38E83CB}" type="presParOf" srcId="{2137EABA-51D9-4FE4-B0BE-CC57640CAE8A}" destId="{77B5555C-363F-4F44-B833-1E22E175E0E3}" srcOrd="8" destOrd="0" presId="urn:microsoft.com/office/officeart/2005/8/layout/hProcess11"/>
    <dgm:cxn modelId="{A4A5CF70-6B10-40AB-AC55-267626CDCEC0}" type="presParOf" srcId="{77B5555C-363F-4F44-B833-1E22E175E0E3}" destId="{DD3619A7-66C0-4418-9C06-A6A56F0B59E5}" srcOrd="0" destOrd="0" presId="urn:microsoft.com/office/officeart/2005/8/layout/hProcess11"/>
    <dgm:cxn modelId="{C5A0E90B-0E2A-4121-B4DB-34490C1AA235}" type="presParOf" srcId="{77B5555C-363F-4F44-B833-1E22E175E0E3}" destId="{144E9059-5C6F-4DE3-AB69-CB4D909546FD}" srcOrd="1" destOrd="0" presId="urn:microsoft.com/office/officeart/2005/8/layout/hProcess11"/>
    <dgm:cxn modelId="{9FE298FB-74CC-4059-9EBE-730343F49985}" type="presParOf" srcId="{77B5555C-363F-4F44-B833-1E22E175E0E3}" destId="{C7A0D90D-D019-44C0-8979-316BCD758AAA}" srcOrd="2" destOrd="0" presId="urn:microsoft.com/office/officeart/2005/8/layout/hProcess11"/>
    <dgm:cxn modelId="{7CCC29D1-5B8B-494B-88F8-9B98C22E412D}" type="presParOf" srcId="{2137EABA-51D9-4FE4-B0BE-CC57640CAE8A}" destId="{C13F03EF-679D-46D9-838B-7274610DA02F}" srcOrd="9" destOrd="0" presId="urn:microsoft.com/office/officeart/2005/8/layout/hProcess11"/>
    <dgm:cxn modelId="{4916ED11-A1C8-4CFB-AB54-4B709AD22BB3}" type="presParOf" srcId="{2137EABA-51D9-4FE4-B0BE-CC57640CAE8A}" destId="{54B644B6-2D07-4D57-955D-777E50699C2B}" srcOrd="10" destOrd="0" presId="urn:microsoft.com/office/officeart/2005/8/layout/hProcess11"/>
    <dgm:cxn modelId="{31B870AF-58F6-41BF-BE93-E83BDF243C75}" type="presParOf" srcId="{54B644B6-2D07-4D57-955D-777E50699C2B}" destId="{A616D7E6-16D0-4279-BF04-2878A103D9CD}" srcOrd="0" destOrd="0" presId="urn:microsoft.com/office/officeart/2005/8/layout/hProcess11"/>
    <dgm:cxn modelId="{66F110D1-D7A4-444E-9A6F-56F946601AD7}" type="presParOf" srcId="{54B644B6-2D07-4D57-955D-777E50699C2B}" destId="{0C389C75-C972-4889-840D-CA93C61C2535}" srcOrd="1" destOrd="0" presId="urn:microsoft.com/office/officeart/2005/8/layout/hProcess11"/>
    <dgm:cxn modelId="{A6C67FA1-5847-4A91-BBD4-380AA63863E4}" type="presParOf" srcId="{54B644B6-2D07-4D57-955D-777E50699C2B}" destId="{3E956FDE-F66C-401E-BC90-1E2F493270EA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3BAC21-8841-4672-8865-ACBCACF58A52}">
      <dsp:nvSpPr>
        <dsp:cNvPr id="0" name=""/>
        <dsp:cNvSpPr/>
      </dsp:nvSpPr>
      <dsp:spPr>
        <a:xfrm>
          <a:off x="0" y="366548"/>
          <a:ext cx="10634457" cy="52767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RQ1: ¿Qué son la deep web, la dark web y las redes oscuras?</a:t>
          </a:r>
        </a:p>
      </dsp:txBody>
      <dsp:txXfrm>
        <a:off x="25759" y="392307"/>
        <a:ext cx="10582939" cy="476152"/>
      </dsp:txXfrm>
    </dsp:sp>
    <dsp:sp modelId="{736A71E4-D199-4F10-9416-4EC589AF1FB4}">
      <dsp:nvSpPr>
        <dsp:cNvPr id="0" name=""/>
        <dsp:cNvSpPr/>
      </dsp:nvSpPr>
      <dsp:spPr>
        <a:xfrm>
          <a:off x="0" y="957578"/>
          <a:ext cx="10634457" cy="52767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/>
            <a:t>RQ2: ¿Cuáles son las principales redes oscuras que existen y cómo funcionan?</a:t>
          </a:r>
        </a:p>
      </dsp:txBody>
      <dsp:txXfrm>
        <a:off x="25759" y="983337"/>
        <a:ext cx="10582939" cy="476152"/>
      </dsp:txXfrm>
    </dsp:sp>
    <dsp:sp modelId="{93FFDF56-BB88-45D1-866E-480CB91CBD5D}">
      <dsp:nvSpPr>
        <dsp:cNvPr id="0" name=""/>
        <dsp:cNvSpPr/>
      </dsp:nvSpPr>
      <dsp:spPr>
        <a:xfrm>
          <a:off x="0" y="1548608"/>
          <a:ext cx="10634457" cy="52767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RQ3: ¿Cuáles son los principales desafíos en la investigación de la red Tor? </a:t>
          </a:r>
        </a:p>
      </dsp:txBody>
      <dsp:txXfrm>
        <a:off x="25759" y="1574367"/>
        <a:ext cx="10582939" cy="476152"/>
      </dsp:txXfrm>
    </dsp:sp>
    <dsp:sp modelId="{86C66753-00D4-4FEF-BC70-7EDEECF8BE64}">
      <dsp:nvSpPr>
        <dsp:cNvPr id="0" name=""/>
        <dsp:cNvSpPr/>
      </dsp:nvSpPr>
      <dsp:spPr>
        <a:xfrm>
          <a:off x="0" y="2139638"/>
          <a:ext cx="10634457" cy="52767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RQ4: ¿Cómo se puede utilizar el navegador de Tor para analizar la actividad de los usuarios? </a:t>
          </a:r>
        </a:p>
      </dsp:txBody>
      <dsp:txXfrm>
        <a:off x="25759" y="2165397"/>
        <a:ext cx="10582939" cy="476152"/>
      </dsp:txXfrm>
    </dsp:sp>
    <dsp:sp modelId="{F55A04BE-F68B-4A90-9AEE-517AAAD3BF28}">
      <dsp:nvSpPr>
        <dsp:cNvPr id="0" name=""/>
        <dsp:cNvSpPr/>
      </dsp:nvSpPr>
      <dsp:spPr>
        <a:xfrm>
          <a:off x="0" y="2730668"/>
          <a:ext cx="10634457" cy="52767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RQ5: ¿Cómo funciona un crawler para el estudio de la red Tor?</a:t>
          </a:r>
        </a:p>
      </dsp:txBody>
      <dsp:txXfrm>
        <a:off x="25759" y="2756427"/>
        <a:ext cx="10582939" cy="4761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F3776D-3904-41E3-8B12-42E3A083EBF4}">
      <dsp:nvSpPr>
        <dsp:cNvPr id="0" name=""/>
        <dsp:cNvSpPr/>
      </dsp:nvSpPr>
      <dsp:spPr>
        <a:xfrm>
          <a:off x="0" y="936277"/>
          <a:ext cx="2927449" cy="175646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IEEE Digital Library (</a:t>
          </a:r>
          <a:r>
            <a:rPr lang="en-US" sz="2400" u="sng" kern="1200">
              <a:hlinkClick xmlns:r="http://schemas.openxmlformats.org/officeDocument/2006/relationships" r:id="rId1"/>
            </a:rPr>
            <a:t>https://ieeexplore.ieee.org/</a:t>
          </a:r>
          <a:r>
            <a:rPr lang="en-US" sz="2400" kern="1200"/>
            <a:t>)</a:t>
          </a:r>
          <a:endParaRPr lang="es-ES" sz="2400" kern="1200"/>
        </a:p>
      </dsp:txBody>
      <dsp:txXfrm>
        <a:off x="0" y="936277"/>
        <a:ext cx="2927449" cy="1756469"/>
      </dsp:txXfrm>
    </dsp:sp>
    <dsp:sp modelId="{94BFE536-323D-4A88-B71E-359CCDCFCBE7}">
      <dsp:nvSpPr>
        <dsp:cNvPr id="0" name=""/>
        <dsp:cNvSpPr/>
      </dsp:nvSpPr>
      <dsp:spPr>
        <a:xfrm>
          <a:off x="3220193" y="936277"/>
          <a:ext cx="2927449" cy="175646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ACM Digital Library (</a:t>
          </a:r>
          <a:r>
            <a:rPr lang="es-ES" sz="2400" u="sng" kern="1200">
              <a:hlinkClick xmlns:r="http://schemas.openxmlformats.org/officeDocument/2006/relationships" r:id="rId2"/>
            </a:rPr>
            <a:t>https://dl.acm.org/advsearch.cfm</a:t>
          </a:r>
          <a:r>
            <a:rPr lang="es-ES" sz="2400" kern="1200"/>
            <a:t>). </a:t>
          </a:r>
        </a:p>
      </dsp:txBody>
      <dsp:txXfrm>
        <a:off x="3220193" y="936277"/>
        <a:ext cx="2927449" cy="1756469"/>
      </dsp:txXfrm>
    </dsp:sp>
    <dsp:sp modelId="{EEAD2087-2023-41D3-A7AA-FD7268123B84}">
      <dsp:nvSpPr>
        <dsp:cNvPr id="0" name=""/>
        <dsp:cNvSpPr/>
      </dsp:nvSpPr>
      <dsp:spPr>
        <a:xfrm>
          <a:off x="6440387" y="936277"/>
          <a:ext cx="2927449" cy="175646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ScienceDirect (</a:t>
          </a:r>
          <a:r>
            <a:rPr lang="en-US" sz="2400" u="sng" kern="1200">
              <a:hlinkClick xmlns:r="http://schemas.openxmlformats.org/officeDocument/2006/relationships" r:id="rId3"/>
            </a:rPr>
            <a:t>https://www.sciencedirect.com</a:t>
          </a:r>
          <a:r>
            <a:rPr lang="en-US" sz="2400" kern="1200"/>
            <a:t>)</a:t>
          </a:r>
          <a:endParaRPr lang="es-ES" sz="2400" kern="1200"/>
        </a:p>
      </dsp:txBody>
      <dsp:txXfrm>
        <a:off x="6440387" y="936277"/>
        <a:ext cx="2927449" cy="17564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9FA97F-57F2-422B-BB77-CC7F7DFB85A9}">
      <dsp:nvSpPr>
        <dsp:cNvPr id="0" name=""/>
        <dsp:cNvSpPr/>
      </dsp:nvSpPr>
      <dsp:spPr>
        <a:xfrm>
          <a:off x="0" y="11893"/>
          <a:ext cx="8497078" cy="45571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MQ1: ¿Qué son las redes oscuras?</a:t>
          </a:r>
        </a:p>
      </dsp:txBody>
      <dsp:txXfrm>
        <a:off x="22246" y="34139"/>
        <a:ext cx="8452586" cy="411223"/>
      </dsp:txXfrm>
    </dsp:sp>
    <dsp:sp modelId="{05D8F2E8-770F-4F1E-AE2C-CD9170072A71}">
      <dsp:nvSpPr>
        <dsp:cNvPr id="0" name=""/>
        <dsp:cNvSpPr/>
      </dsp:nvSpPr>
      <dsp:spPr>
        <a:xfrm>
          <a:off x="0" y="522328"/>
          <a:ext cx="8497078" cy="45571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MQ2: ¿Cuáles son las principales redes oscuras que existen?</a:t>
          </a:r>
        </a:p>
      </dsp:txBody>
      <dsp:txXfrm>
        <a:off x="22246" y="544574"/>
        <a:ext cx="8452586" cy="411223"/>
      </dsp:txXfrm>
    </dsp:sp>
    <dsp:sp modelId="{D82AC618-A97F-4D34-ABF0-3A1BC486A1A3}">
      <dsp:nvSpPr>
        <dsp:cNvPr id="0" name=""/>
        <dsp:cNvSpPr/>
      </dsp:nvSpPr>
      <dsp:spPr>
        <a:xfrm>
          <a:off x="0" y="1032763"/>
          <a:ext cx="8497078" cy="45571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MQ3: ¿Qué es Tor y cómo funciona?</a:t>
          </a:r>
        </a:p>
      </dsp:txBody>
      <dsp:txXfrm>
        <a:off x="22246" y="1055009"/>
        <a:ext cx="8452586" cy="411223"/>
      </dsp:txXfrm>
    </dsp:sp>
    <dsp:sp modelId="{6916443D-A7F1-48BC-8E92-8D8F728D0B7F}">
      <dsp:nvSpPr>
        <dsp:cNvPr id="0" name=""/>
        <dsp:cNvSpPr/>
      </dsp:nvSpPr>
      <dsp:spPr>
        <a:xfrm>
          <a:off x="0" y="1543198"/>
          <a:ext cx="8497078" cy="45571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MQ4: ¿Qué herramientas se han utilizado para el estudio de la red Tor?</a:t>
          </a:r>
        </a:p>
      </dsp:txBody>
      <dsp:txXfrm>
        <a:off x="22246" y="1565444"/>
        <a:ext cx="8452586" cy="41122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46C603-46B6-4100-8393-79C47B599A05}">
      <dsp:nvSpPr>
        <dsp:cNvPr id="0" name=""/>
        <dsp:cNvSpPr/>
      </dsp:nvSpPr>
      <dsp:spPr>
        <a:xfrm>
          <a:off x="0" y="832689"/>
          <a:ext cx="11287125" cy="1110252"/>
        </a:xfrm>
        <a:prstGeom prst="notched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268440-B79D-46F8-9B3B-A5DFDBD0382B}">
      <dsp:nvSpPr>
        <dsp:cNvPr id="0" name=""/>
        <dsp:cNvSpPr/>
      </dsp:nvSpPr>
      <dsp:spPr>
        <a:xfrm>
          <a:off x="2790" y="0"/>
          <a:ext cx="1624453" cy="1110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b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Identificación </a:t>
          </a:r>
        </a:p>
      </dsp:txBody>
      <dsp:txXfrm>
        <a:off x="2790" y="0"/>
        <a:ext cx="1624453" cy="1110252"/>
      </dsp:txXfrm>
    </dsp:sp>
    <dsp:sp modelId="{30650FD4-2528-4C76-967C-D51CA2FBF03C}">
      <dsp:nvSpPr>
        <dsp:cNvPr id="0" name=""/>
        <dsp:cNvSpPr/>
      </dsp:nvSpPr>
      <dsp:spPr>
        <a:xfrm>
          <a:off x="676235" y="1249034"/>
          <a:ext cx="277563" cy="27756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6B15D5-D227-4731-888F-41D2311D0DC5}">
      <dsp:nvSpPr>
        <dsp:cNvPr id="0" name=""/>
        <dsp:cNvSpPr/>
      </dsp:nvSpPr>
      <dsp:spPr>
        <a:xfrm>
          <a:off x="1708465" y="1665379"/>
          <a:ext cx="1624453" cy="1110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Chequeo</a:t>
          </a:r>
        </a:p>
      </dsp:txBody>
      <dsp:txXfrm>
        <a:off x="1708465" y="1665379"/>
        <a:ext cx="1624453" cy="1110252"/>
      </dsp:txXfrm>
    </dsp:sp>
    <dsp:sp modelId="{4EC7E8C1-6BEE-4B85-A016-93D7488EDE62}">
      <dsp:nvSpPr>
        <dsp:cNvPr id="0" name=""/>
        <dsp:cNvSpPr/>
      </dsp:nvSpPr>
      <dsp:spPr>
        <a:xfrm>
          <a:off x="2381910" y="1249034"/>
          <a:ext cx="277563" cy="27756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EFBFCE-C034-400D-B1EC-168F00A434DC}">
      <dsp:nvSpPr>
        <dsp:cNvPr id="0" name=""/>
        <dsp:cNvSpPr/>
      </dsp:nvSpPr>
      <dsp:spPr>
        <a:xfrm>
          <a:off x="3414141" y="0"/>
          <a:ext cx="1624453" cy="1110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b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Elegibilidad</a:t>
          </a:r>
        </a:p>
      </dsp:txBody>
      <dsp:txXfrm>
        <a:off x="3414141" y="0"/>
        <a:ext cx="1624453" cy="1110252"/>
      </dsp:txXfrm>
    </dsp:sp>
    <dsp:sp modelId="{DCF29285-3BB2-4322-A7B2-D9AE696C4A8A}">
      <dsp:nvSpPr>
        <dsp:cNvPr id="0" name=""/>
        <dsp:cNvSpPr/>
      </dsp:nvSpPr>
      <dsp:spPr>
        <a:xfrm>
          <a:off x="4087586" y="1249034"/>
          <a:ext cx="277563" cy="27756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BBA036-D3FE-4542-A6DB-876BF0745EF9}">
      <dsp:nvSpPr>
        <dsp:cNvPr id="0" name=""/>
        <dsp:cNvSpPr/>
      </dsp:nvSpPr>
      <dsp:spPr>
        <a:xfrm>
          <a:off x="5119817" y="1665379"/>
          <a:ext cx="1624453" cy="1110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Contenido</a:t>
          </a:r>
        </a:p>
      </dsp:txBody>
      <dsp:txXfrm>
        <a:off x="5119817" y="1665379"/>
        <a:ext cx="1624453" cy="1110252"/>
      </dsp:txXfrm>
    </dsp:sp>
    <dsp:sp modelId="{3F7F3998-B6D9-47B0-B633-F80E52E3F4EA}">
      <dsp:nvSpPr>
        <dsp:cNvPr id="0" name=""/>
        <dsp:cNvSpPr/>
      </dsp:nvSpPr>
      <dsp:spPr>
        <a:xfrm>
          <a:off x="5793262" y="1249034"/>
          <a:ext cx="277563" cy="27756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3619A7-66C0-4418-9C06-A6A56F0B59E5}">
      <dsp:nvSpPr>
        <dsp:cNvPr id="0" name=""/>
        <dsp:cNvSpPr/>
      </dsp:nvSpPr>
      <dsp:spPr>
        <a:xfrm>
          <a:off x="6825493" y="0"/>
          <a:ext cx="1624453" cy="1110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b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Extracción de datos</a:t>
          </a:r>
        </a:p>
      </dsp:txBody>
      <dsp:txXfrm>
        <a:off x="6825493" y="0"/>
        <a:ext cx="1624453" cy="1110252"/>
      </dsp:txXfrm>
    </dsp:sp>
    <dsp:sp modelId="{144E9059-5C6F-4DE3-AB69-CB4D909546FD}">
      <dsp:nvSpPr>
        <dsp:cNvPr id="0" name=""/>
        <dsp:cNvSpPr/>
      </dsp:nvSpPr>
      <dsp:spPr>
        <a:xfrm>
          <a:off x="7498938" y="1249034"/>
          <a:ext cx="277563" cy="27756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16D7E6-16D0-4279-BF04-2878A103D9CD}">
      <dsp:nvSpPr>
        <dsp:cNvPr id="0" name=""/>
        <dsp:cNvSpPr/>
      </dsp:nvSpPr>
      <dsp:spPr>
        <a:xfrm>
          <a:off x="8531169" y="1665379"/>
          <a:ext cx="1624453" cy="1110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Análisis de datos</a:t>
          </a:r>
        </a:p>
      </dsp:txBody>
      <dsp:txXfrm>
        <a:off x="8531169" y="1665379"/>
        <a:ext cx="1624453" cy="1110252"/>
      </dsp:txXfrm>
    </dsp:sp>
    <dsp:sp modelId="{0C389C75-C972-4889-840D-CA93C61C2535}">
      <dsp:nvSpPr>
        <dsp:cNvPr id="0" name=""/>
        <dsp:cNvSpPr/>
      </dsp:nvSpPr>
      <dsp:spPr>
        <a:xfrm>
          <a:off x="9204614" y="1249034"/>
          <a:ext cx="277563" cy="27756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9CC3E-7258-4DD3-AC13-22317D8B0BEB}" type="datetimeFigureOut">
              <a:rPr lang="es-ES" smtClean="0"/>
              <a:t>23/05/2024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5648E-59F0-4981-9F24-6F2F817E0450}" type="slidenum">
              <a:rPr lang="es-ES" smtClean="0"/>
              <a:t>‹Nº›</a:t>
            </a:fld>
            <a:endParaRPr lang="es-E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943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9CC3E-7258-4DD3-AC13-22317D8B0BEB}" type="datetimeFigureOut">
              <a:rPr lang="es-ES" smtClean="0"/>
              <a:t>23/05/2024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5648E-59F0-4981-9F24-6F2F817E04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6037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9CC3E-7258-4DD3-AC13-22317D8B0BEB}" type="datetimeFigureOut">
              <a:rPr lang="es-ES" smtClean="0"/>
              <a:t>23/05/2024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5648E-59F0-4981-9F24-6F2F817E0450}" type="slidenum">
              <a:rPr lang="es-ES" smtClean="0"/>
              <a:t>‹Nº›</a:t>
            </a:fld>
            <a:endParaRPr lang="es-E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5498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9CC3E-7258-4DD3-AC13-22317D8B0BEB}" type="datetimeFigureOut">
              <a:rPr lang="es-ES" smtClean="0"/>
              <a:t>23/05/2024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5648E-59F0-4981-9F24-6F2F817E04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6081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9CC3E-7258-4DD3-AC13-22317D8B0BEB}" type="datetimeFigureOut">
              <a:rPr lang="es-ES" smtClean="0"/>
              <a:t>23/05/2024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5648E-59F0-4981-9F24-6F2F817E04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6914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9CC3E-7258-4DD3-AC13-22317D8B0BEB}" type="datetimeFigureOut">
              <a:rPr lang="es-ES" smtClean="0"/>
              <a:t>23/05/2024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5648E-59F0-4981-9F24-6F2F817E04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0054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9CC3E-7258-4DD3-AC13-22317D8B0BEB}" type="datetimeFigureOut">
              <a:rPr lang="es-ES" smtClean="0"/>
              <a:t>23/05/2024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5648E-59F0-4981-9F24-6F2F817E04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2877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639CC3E-7258-4DD3-AC13-22317D8B0BEB}" type="datetimeFigureOut">
              <a:rPr lang="es-ES" smtClean="0"/>
              <a:t>23/05/2024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25648E-59F0-4981-9F24-6F2F817E04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1765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9CC3E-7258-4DD3-AC13-22317D8B0BEB}" type="datetimeFigureOut">
              <a:rPr lang="es-ES" smtClean="0"/>
              <a:t>23/05/2024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5648E-59F0-4981-9F24-6F2F817E04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3502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9CC3E-7258-4DD3-AC13-22317D8B0BEB}" type="datetimeFigureOut">
              <a:rPr lang="es-ES" smtClean="0"/>
              <a:t>23/05/2024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5648E-59F0-4981-9F24-6F2F817E04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0897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9CC3E-7258-4DD3-AC13-22317D8B0BEB}" type="datetimeFigureOut">
              <a:rPr lang="es-ES" smtClean="0"/>
              <a:t>23/05/2024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5648E-59F0-4981-9F24-6F2F817E04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9383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639CC3E-7258-4DD3-AC13-22317D8B0BEB}" type="datetimeFigureOut">
              <a:rPr lang="es-ES" smtClean="0"/>
              <a:t>23/05/2024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525648E-59F0-4981-9F24-6F2F817E0450}" type="slidenum">
              <a:rPr lang="es-ES" smtClean="0"/>
              <a:t>‹Nº›</a:t>
            </a:fld>
            <a:endParaRPr lang="es-E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5293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D06A28-10C2-46B8-B9BB-C4CEC6E0EA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Caracterización de las darkNets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CDDD70-B0E3-48EF-BD0D-092982A810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Proceso de mapeo sistemático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5B87FF4-A16B-49A3-A7CE-53E520D44399}"/>
              </a:ext>
            </a:extLst>
          </p:cNvPr>
          <p:cNvSpPr txBox="1"/>
          <p:nvPr/>
        </p:nvSpPr>
        <p:spPr>
          <a:xfrm>
            <a:off x="1246570" y="5467478"/>
            <a:ext cx="3726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Arlet Acosta González</a:t>
            </a:r>
          </a:p>
          <a:p>
            <a:r>
              <a:rPr lang="es-ES" dirty="0"/>
              <a:t>Máster en Sistemas Inteligentes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9E33091-7E2B-484A-AF87-E408F4E018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9192" y="5503171"/>
            <a:ext cx="2207124" cy="61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994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B1545-ACDF-435F-8EFD-DD459112D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E81D138-179A-4730-B166-3436A6AAA6FB}"/>
              </a:ext>
            </a:extLst>
          </p:cNvPr>
          <p:cNvSpPr txBox="1"/>
          <p:nvPr/>
        </p:nvSpPr>
        <p:spPr>
          <a:xfrm>
            <a:off x="1097280" y="1981390"/>
            <a:ext cx="10552922" cy="3889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 pretende realizar un Proceso de Mapeo Sistemático (SMP) para obtener una visión general y completa del estado actual del conocimiento en el área de las redes oscuras. </a:t>
            </a:r>
          </a:p>
          <a:p>
            <a:pPr>
              <a:lnSpc>
                <a:spcPct val="150000"/>
              </a:lnSpc>
            </a:pP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 ha tomado como guía la lista de verificación PRISMA 2020, porque: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igue un método riguroso.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Traza y categoriza la literatura existente a partir de la cual encargar nuevas revisiones y/o investigaciones primarias, identificando las lagunas en la literatura de investigación.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Reduce la posibilidad de sesgo de investigación cuando se realiza la selección y el análisis de datos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umenta la confiabilidad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59198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968A5-AFEB-4EEC-B290-E11EC3402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Etapas del proceso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61212D0-1833-4334-94B9-CFC17E3071B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229" y="1903445"/>
            <a:ext cx="9041363" cy="412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625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2C480DEC-68AA-4EF7-B52A-028F6C8E8E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0470969"/>
              </p:ext>
            </p:extLst>
          </p:nvPr>
        </p:nvGraphicFramePr>
        <p:xfrm>
          <a:off x="778771" y="1898375"/>
          <a:ext cx="10634457" cy="3624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E103A7A4-C746-4FE3-A01F-B203B3FEAB18}"/>
              </a:ext>
            </a:extLst>
          </p:cNvPr>
          <p:cNvSpPr/>
          <p:nvPr/>
        </p:nvSpPr>
        <p:spPr>
          <a:xfrm>
            <a:off x="2176618" y="361712"/>
            <a:ext cx="740145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Research</a:t>
            </a:r>
            <a:r>
              <a:rPr lang="es-E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s-ES" sz="54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Questions</a:t>
            </a:r>
            <a:r>
              <a:rPr lang="es-E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(RQs)</a:t>
            </a:r>
            <a:endParaRPr lang="es-E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356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A812A99-374A-445F-9AC0-0AC840645025}"/>
              </a:ext>
            </a:extLst>
          </p:cNvPr>
          <p:cNvSpPr txBox="1"/>
          <p:nvPr/>
        </p:nvSpPr>
        <p:spPr>
          <a:xfrm>
            <a:off x="431524" y="2600591"/>
            <a:ext cx="6097656" cy="284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IC1: El trabajo está escrito en inglés o español.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IC2: El trabajo está publicado después del 2000.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IC3: El trabajo incluye al menos unos de los términos de las RQs o de los términos de búsqueda de las cadenas.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IC4: El trabajo incluye algún estudio de estructura y/o monitorización de la red Tor.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51CD5B9-2D8A-4DF5-AD24-6F4A961C50EB}"/>
              </a:ext>
            </a:extLst>
          </p:cNvPr>
          <p:cNvSpPr txBox="1"/>
          <p:nvPr/>
        </p:nvSpPr>
        <p:spPr>
          <a:xfrm>
            <a:off x="6987795" y="2600591"/>
            <a:ext cx="4534728" cy="2221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EC1: Estudios a los que no se puede acceder al artículo.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EC2: Estudios que tratan los temas de este estudio e incluyen los términos de búsqueda, pero no responden a las RQs.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2709EA2-357C-42CB-9CBB-F88E41980732}"/>
              </a:ext>
            </a:extLst>
          </p:cNvPr>
          <p:cNvSpPr/>
          <p:nvPr/>
        </p:nvSpPr>
        <p:spPr>
          <a:xfrm>
            <a:off x="2439895" y="293709"/>
            <a:ext cx="68152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Criterios de elegibilidad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366429-BCCB-46C3-B1CF-AF90C42C9BF8}"/>
              </a:ext>
            </a:extLst>
          </p:cNvPr>
          <p:cNvSpPr txBox="1"/>
          <p:nvPr/>
        </p:nvSpPr>
        <p:spPr>
          <a:xfrm>
            <a:off x="431524" y="1945044"/>
            <a:ext cx="28022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u="sng" dirty="0">
                <a:solidFill>
                  <a:schemeClr val="accent1">
                    <a:lumMod val="50000"/>
                  </a:schemeClr>
                </a:solidFill>
              </a:rPr>
              <a:t>Criterios de inclusión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53B4406-5592-477A-AA6F-C3018269653B}"/>
              </a:ext>
            </a:extLst>
          </p:cNvPr>
          <p:cNvSpPr txBox="1"/>
          <p:nvPr/>
        </p:nvSpPr>
        <p:spPr>
          <a:xfrm>
            <a:off x="6987795" y="1945044"/>
            <a:ext cx="28451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u="sng" dirty="0">
                <a:solidFill>
                  <a:schemeClr val="accent1">
                    <a:lumMod val="50000"/>
                  </a:schemeClr>
                </a:solidFill>
              </a:rPr>
              <a:t>Criterios de exclusión</a:t>
            </a:r>
          </a:p>
        </p:txBody>
      </p:sp>
    </p:spTree>
    <p:extLst>
      <p:ext uri="{BB962C8B-B14F-4D97-AF65-F5344CB8AC3E}">
        <p14:creationId xmlns:p14="http://schemas.microsoft.com/office/powerpoint/2010/main" val="1734731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0A056F0-6DA2-4161-9B9A-00CF73E0A597}"/>
              </a:ext>
            </a:extLst>
          </p:cNvPr>
          <p:cNvSpPr/>
          <p:nvPr/>
        </p:nvSpPr>
        <p:spPr>
          <a:xfrm>
            <a:off x="2596195" y="263892"/>
            <a:ext cx="68207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Fuentes de información</a:t>
            </a: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FD85B2AB-6527-4AE8-B150-6EADA20CE5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9245500"/>
              </p:ext>
            </p:extLst>
          </p:nvPr>
        </p:nvGraphicFramePr>
        <p:xfrm>
          <a:off x="1412081" y="1714500"/>
          <a:ext cx="9367837" cy="3629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8901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5112D07-E5E1-4225-8D97-CC900728E8A7}"/>
              </a:ext>
            </a:extLst>
          </p:cNvPr>
          <p:cNvSpPr/>
          <p:nvPr/>
        </p:nvSpPr>
        <p:spPr>
          <a:xfrm>
            <a:off x="2633134" y="119720"/>
            <a:ext cx="67468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Estrategia de búsqueda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1C208B7-B7E1-4848-8D4E-7D926D92E991}"/>
              </a:ext>
            </a:extLst>
          </p:cNvPr>
          <p:cNvSpPr txBox="1"/>
          <p:nvPr/>
        </p:nvSpPr>
        <p:spPr>
          <a:xfrm>
            <a:off x="-218097" y="1043050"/>
            <a:ext cx="6097554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just">
              <a:lnSpc>
                <a:spcPct val="150000"/>
              </a:lnSpc>
              <a:spcBef>
                <a:spcPts val="1000"/>
              </a:spcBef>
            </a:pP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Términos de búsqueda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6B95B02-F8DA-46FA-9978-53FC1CA23132}"/>
              </a:ext>
            </a:extLst>
          </p:cNvPr>
          <p:cNvSpPr txBox="1"/>
          <p:nvPr/>
        </p:nvSpPr>
        <p:spPr>
          <a:xfrm>
            <a:off x="650810" y="1492225"/>
            <a:ext cx="11541189" cy="294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“Deep web”, “Dark web”, “Dark net”, como conceptos iniciales para introducir el tema de investigación.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“Tor”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“Tor Browser”</a:t>
            </a:r>
            <a:endParaRPr lang="es-ES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“Protocols”</a:t>
            </a:r>
            <a:endParaRPr lang="es-ES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“monitoring”</a:t>
            </a:r>
            <a:endParaRPr lang="es-ES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“tool”</a:t>
            </a:r>
            <a:endParaRPr lang="es-ES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“Structure”</a:t>
            </a:r>
            <a:endParaRPr lang="es-ES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A4CFF98-65F3-4D35-8919-ED8FB8764FE0}"/>
              </a:ext>
            </a:extLst>
          </p:cNvPr>
          <p:cNvSpPr txBox="1"/>
          <p:nvPr/>
        </p:nvSpPr>
        <p:spPr>
          <a:xfrm>
            <a:off x="650810" y="4994510"/>
            <a:ext cx="9460461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("deep web" OR "dark web") AND ("dark networks" OR "dark net")</a:t>
            </a:r>
            <a:endParaRPr lang="es-ES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("dark net" OR "dark network") AND "Tor"</a:t>
            </a:r>
            <a:endParaRPr lang="es-ES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"Tor protocols" OR "Tor browser" OR "Tor monitoring" OR "monitoring network tool"</a:t>
            </a:r>
            <a:endParaRPr lang="es-ES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87B244B-4B04-4E36-84AD-A2A83EFD22FF}"/>
              </a:ext>
            </a:extLst>
          </p:cNvPr>
          <p:cNvSpPr txBox="1"/>
          <p:nvPr/>
        </p:nvSpPr>
        <p:spPr>
          <a:xfrm>
            <a:off x="-307912" y="4537975"/>
            <a:ext cx="4487593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just">
              <a:lnSpc>
                <a:spcPct val="150000"/>
              </a:lnSpc>
              <a:spcBef>
                <a:spcPts val="1000"/>
              </a:spcBef>
            </a:pP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Cadenas de búsqueda</a:t>
            </a:r>
          </a:p>
        </p:txBody>
      </p:sp>
    </p:spTree>
    <p:extLst>
      <p:ext uri="{BB962C8B-B14F-4D97-AF65-F5344CB8AC3E}">
        <p14:creationId xmlns:p14="http://schemas.microsoft.com/office/powerpoint/2010/main" val="3720591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7F600DA9-F922-47D5-BA3A-014CBEBF4D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3493099"/>
              </p:ext>
            </p:extLst>
          </p:nvPr>
        </p:nvGraphicFramePr>
        <p:xfrm>
          <a:off x="889519" y="2647531"/>
          <a:ext cx="8497078" cy="20108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48F6CC86-020A-469E-9786-EA92DA0CACAD}"/>
              </a:ext>
            </a:extLst>
          </p:cNvPr>
          <p:cNvSpPr/>
          <p:nvPr/>
        </p:nvSpPr>
        <p:spPr>
          <a:xfrm>
            <a:off x="1289119" y="119720"/>
            <a:ext cx="943489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Proceso de recopilación de datos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F8D3F9D-9762-43E2-A4A8-7717F20017B0}"/>
              </a:ext>
            </a:extLst>
          </p:cNvPr>
          <p:cNvSpPr txBox="1"/>
          <p:nvPr/>
        </p:nvSpPr>
        <p:spPr>
          <a:xfrm>
            <a:off x="889519" y="1596792"/>
            <a:ext cx="6097554" cy="496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E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Preguntas de mapeo </a:t>
            </a:r>
          </a:p>
        </p:txBody>
      </p:sp>
    </p:spTree>
    <p:extLst>
      <p:ext uri="{BB962C8B-B14F-4D97-AF65-F5344CB8AC3E}">
        <p14:creationId xmlns:p14="http://schemas.microsoft.com/office/powerpoint/2010/main" val="3280431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F3A1F3-1D75-42BC-8E2B-0F04FA0DD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Realización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6550294-666E-4CD9-8787-19B58B6CD3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9149158"/>
              </p:ext>
            </p:extLst>
          </p:nvPr>
        </p:nvGraphicFramePr>
        <p:xfrm>
          <a:off x="482917" y="2345009"/>
          <a:ext cx="11287125" cy="27756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8057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61536349-9128-433F-81A2-AF027927B58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645" y="438540"/>
            <a:ext cx="6504949" cy="567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422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086095-3450-48FE-91BB-DAE23C00F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Resultados y análisis de los datos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CE52F78-F4A4-4F7E-AA81-1D602019BE00}"/>
              </a:ext>
            </a:extLst>
          </p:cNvPr>
          <p:cNvSpPr txBox="1"/>
          <p:nvPr/>
        </p:nvSpPr>
        <p:spPr>
          <a:xfrm>
            <a:off x="1266825" y="2337316"/>
            <a:ext cx="9405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1 Distribución cuantitativa de los resultados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F488990-E5F9-4568-9EE6-56B76B609D49}"/>
              </a:ext>
            </a:extLst>
          </p:cNvPr>
          <p:cNvSpPr txBox="1"/>
          <p:nvPr/>
        </p:nvSpPr>
        <p:spPr>
          <a:xfrm>
            <a:off x="1266824" y="3244334"/>
            <a:ext cx="46767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/>
              <a:t>2 Extracción de los datos</a:t>
            </a:r>
          </a:p>
        </p:txBody>
      </p:sp>
    </p:spTree>
    <p:extLst>
      <p:ext uri="{BB962C8B-B14F-4D97-AF65-F5344CB8AC3E}">
        <p14:creationId xmlns:p14="http://schemas.microsoft.com/office/powerpoint/2010/main" val="2462436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9F607EC-0322-4C30-8B4E-BF3A54E05D70}"/>
              </a:ext>
            </a:extLst>
          </p:cNvPr>
          <p:cNvPicPr/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4092" t="12755" b="3316"/>
          <a:stretch/>
        </p:blipFill>
        <p:spPr bwMode="auto">
          <a:xfrm>
            <a:off x="2533647" y="2672442"/>
            <a:ext cx="7124701" cy="340042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79CD634-CDFF-42C8-9628-271E6CF5F71F}"/>
              </a:ext>
            </a:extLst>
          </p:cNvPr>
          <p:cNvSpPr txBox="1"/>
          <p:nvPr/>
        </p:nvSpPr>
        <p:spPr>
          <a:xfrm>
            <a:off x="1238248" y="282059"/>
            <a:ext cx="971550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Distribución cuantitativa de los resultados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B8E7D57-6061-4FBE-B0E6-6842EF14039C}"/>
              </a:ext>
            </a:extLst>
          </p:cNvPr>
          <p:cNvSpPr txBox="1"/>
          <p:nvPr/>
        </p:nvSpPr>
        <p:spPr>
          <a:xfrm>
            <a:off x="3001733" y="1461861"/>
            <a:ext cx="7124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Porcentaje de artículos identificados por fuente</a:t>
            </a:r>
          </a:p>
        </p:txBody>
      </p:sp>
    </p:spTree>
    <p:extLst>
      <p:ext uri="{BB962C8B-B14F-4D97-AF65-F5344CB8AC3E}">
        <p14:creationId xmlns:p14="http://schemas.microsoft.com/office/powerpoint/2010/main" val="3408025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7967D89-6E48-4435-AAFF-1BBC1C988B9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76275" y="1751805"/>
            <a:ext cx="10706100" cy="4087019"/>
          </a:xfrm>
          <a:prstGeom prst="rect">
            <a:avLst/>
          </a:prstGeom>
          <a:ln>
            <a:noFill/>
          </a:ln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14E6E55C-4F8E-4695-ABEA-ACD0B243995B}"/>
              </a:ext>
            </a:extLst>
          </p:cNvPr>
          <p:cNvSpPr txBox="1"/>
          <p:nvPr/>
        </p:nvSpPr>
        <p:spPr>
          <a:xfrm>
            <a:off x="2304662" y="1019176"/>
            <a:ext cx="66900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Relación de artículos identificados y seleccionados por fuente</a:t>
            </a:r>
          </a:p>
        </p:txBody>
      </p:sp>
    </p:spTree>
    <p:extLst>
      <p:ext uri="{BB962C8B-B14F-4D97-AF65-F5344CB8AC3E}">
        <p14:creationId xmlns:p14="http://schemas.microsoft.com/office/powerpoint/2010/main" val="272352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2DE5B2F-8853-400D-BB3B-4A5F53C77912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5800" y="1896110"/>
            <a:ext cx="10820399" cy="4009390"/>
          </a:xfrm>
          <a:prstGeom prst="rect">
            <a:avLst/>
          </a:prstGeom>
          <a:ln>
            <a:noFill/>
          </a:ln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F667DE8A-CE13-47FC-9196-104D5481DBB6}"/>
              </a:ext>
            </a:extLst>
          </p:cNvPr>
          <p:cNvSpPr txBox="1"/>
          <p:nvPr/>
        </p:nvSpPr>
        <p:spPr>
          <a:xfrm>
            <a:off x="2825619" y="832528"/>
            <a:ext cx="65407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Distribución de los artículos identificados por años</a:t>
            </a:r>
          </a:p>
        </p:txBody>
      </p:sp>
    </p:spTree>
    <p:extLst>
      <p:ext uri="{BB962C8B-B14F-4D97-AF65-F5344CB8AC3E}">
        <p14:creationId xmlns:p14="http://schemas.microsoft.com/office/powerpoint/2010/main" val="3758416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C1D50FBF-03AF-4EDD-B697-7D46833421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502086"/>
              </p:ext>
            </p:extLst>
          </p:nvPr>
        </p:nvGraphicFramePr>
        <p:xfrm>
          <a:off x="714374" y="2060511"/>
          <a:ext cx="10763251" cy="348284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2698141">
                  <a:extLst>
                    <a:ext uri="{9D8B030D-6E8A-4147-A177-3AD203B41FA5}">
                      <a16:colId xmlns:a16="http://schemas.microsoft.com/office/drawing/2014/main" val="2747499232"/>
                    </a:ext>
                  </a:extLst>
                </a:gridCol>
                <a:gridCol w="6669520">
                  <a:extLst>
                    <a:ext uri="{9D8B030D-6E8A-4147-A177-3AD203B41FA5}">
                      <a16:colId xmlns:a16="http://schemas.microsoft.com/office/drawing/2014/main" val="879544448"/>
                    </a:ext>
                  </a:extLst>
                </a:gridCol>
                <a:gridCol w="1395590">
                  <a:extLst>
                    <a:ext uri="{9D8B030D-6E8A-4147-A177-3AD203B41FA5}">
                      <a16:colId xmlns:a16="http://schemas.microsoft.com/office/drawing/2014/main" val="3762629221"/>
                    </a:ext>
                  </a:extLst>
                </a:gridCol>
              </a:tblGrid>
              <a:tr h="29617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" sz="1600">
                          <a:effectLst/>
                        </a:rPr>
                        <a:t>MQs</a:t>
                      </a:r>
                      <a:endParaRPr lang="es-ES" sz="2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" sz="1600" dirty="0">
                          <a:effectLst/>
                        </a:rPr>
                        <a:t>Artículos</a:t>
                      </a:r>
                      <a:endParaRPr lang="es-ES" sz="2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" sz="1600">
                          <a:effectLst/>
                        </a:rPr>
                        <a:t>Cantidad</a:t>
                      </a:r>
                      <a:endParaRPr lang="es-ES" sz="2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776941429"/>
                  </a:ext>
                </a:extLst>
              </a:tr>
              <a:tr h="56513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" sz="1600">
                          <a:effectLst/>
                        </a:rPr>
                        <a:t>¿Qué son las redes oscuras?</a:t>
                      </a:r>
                      <a:endParaRPr lang="es-ES" sz="2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" sz="1600">
                          <a:effectLst/>
                        </a:rPr>
                        <a:t>2,12, 13, 14, 16, 29, 31, 37, 40, 41, 42, 43, 46, 50, 51, 53</a:t>
                      </a:r>
                      <a:endParaRPr lang="es-ES" sz="2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" sz="1600">
                          <a:effectLst/>
                        </a:rPr>
                        <a:t>16</a:t>
                      </a:r>
                      <a:endParaRPr lang="es-ES" sz="2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234847744"/>
                  </a:ext>
                </a:extLst>
              </a:tr>
              <a:tr h="86379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" sz="1600">
                          <a:effectLst/>
                        </a:rPr>
                        <a:t>¿Cuáles son las principales redes oscuras que existen?</a:t>
                      </a:r>
                      <a:endParaRPr lang="es-ES" sz="2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" sz="1600">
                          <a:effectLst/>
                        </a:rPr>
                        <a:t>31, 32, 41, 42, 46, 51</a:t>
                      </a:r>
                      <a:endParaRPr lang="es-ES" sz="2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" sz="1600">
                          <a:effectLst/>
                        </a:rPr>
                        <a:t>6</a:t>
                      </a:r>
                      <a:endParaRPr lang="es-ES" sz="2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473877424"/>
                  </a:ext>
                </a:extLst>
              </a:tr>
              <a:tr h="56513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" sz="1600">
                          <a:effectLst/>
                        </a:rPr>
                        <a:t>¿Qué es Tor y cómo funciona?</a:t>
                      </a:r>
                      <a:endParaRPr lang="es-ES" sz="2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" sz="1600">
                          <a:effectLst/>
                        </a:rPr>
                        <a:t>1-15, 17-20, 22-27, 30, 32-36, 38, 39, 41, 43-45, 47-49, 51-56</a:t>
                      </a:r>
                      <a:endParaRPr lang="es-ES" sz="2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" sz="1600">
                          <a:effectLst/>
                        </a:rPr>
                        <a:t>46</a:t>
                      </a:r>
                      <a:endParaRPr lang="es-ES" sz="2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327764668"/>
                  </a:ext>
                </a:extLst>
              </a:tr>
              <a:tr h="116245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" sz="1600">
                          <a:effectLst/>
                        </a:rPr>
                        <a:t> ¿Qué herramientas se han utilizado para su monitorización y estudio?</a:t>
                      </a:r>
                      <a:endParaRPr lang="es-ES" sz="20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" sz="1600" dirty="0">
                          <a:effectLst/>
                        </a:rPr>
                        <a:t>5, 9, 10, 14, 18, 24-28, 30, 32-34, 36, 40, 41, 43-45, 47, 48, 51-56</a:t>
                      </a:r>
                      <a:endParaRPr lang="es-ES" sz="2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" sz="1600" dirty="0">
                          <a:effectLst/>
                        </a:rPr>
                        <a:t>28</a:t>
                      </a:r>
                      <a:endParaRPr lang="es-ES" sz="2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141619986"/>
                  </a:ext>
                </a:extLst>
              </a:tr>
            </a:tbl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7F89873F-2135-4CF2-A931-A241E2DF7ECD}"/>
              </a:ext>
            </a:extLst>
          </p:cNvPr>
          <p:cNvSpPr/>
          <p:nvPr/>
        </p:nvSpPr>
        <p:spPr>
          <a:xfrm>
            <a:off x="2787049" y="442055"/>
            <a:ext cx="661790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Extracción de los datos</a:t>
            </a:r>
          </a:p>
        </p:txBody>
      </p:sp>
    </p:spTree>
    <p:extLst>
      <p:ext uri="{BB962C8B-B14F-4D97-AF65-F5344CB8AC3E}">
        <p14:creationId xmlns:p14="http://schemas.microsoft.com/office/powerpoint/2010/main" val="25338339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826CE87-098B-4CDD-955F-4505DCB6B3AC}"/>
              </a:ext>
            </a:extLst>
          </p:cNvPr>
          <p:cNvSpPr txBox="1"/>
          <p:nvPr/>
        </p:nvSpPr>
        <p:spPr>
          <a:xfrm>
            <a:off x="0" y="445327"/>
            <a:ext cx="5648325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just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</a:pP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MQ1: ¿Qué son las redes oscuras?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BAC4FC2-DBAC-4C1A-8142-B5720EA2DBCB}"/>
              </a:ext>
            </a:extLst>
          </p:cNvPr>
          <p:cNvSpPr txBox="1"/>
          <p:nvPr/>
        </p:nvSpPr>
        <p:spPr>
          <a:xfrm>
            <a:off x="914983" y="1210399"/>
            <a:ext cx="10315575" cy="2228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s-E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Darknet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 refiere a una red a la que solo se puede acceder a través de un protocolo, software o autorización específicos. La </a:t>
            </a:r>
            <a:r>
              <a:rPr lang="es-E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darknet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tiene un fuerte anonimato, y el contenido de la comunicación y la dirección del usuario en la </a:t>
            </a:r>
            <a:r>
              <a:rPr lang="es-E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darknet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son difíciles de rastrear. El anonimato de la </a:t>
            </a:r>
            <a:r>
              <a:rPr lang="es-E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darknet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no solo protege la privacidad de los usuarios, sino que también dificulta el monitoreo. </a:t>
            </a:r>
            <a:endParaRPr lang="es-E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7DAC3C0-6DDA-46F5-BFA1-839A687CC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011" y="5129577"/>
            <a:ext cx="2886075" cy="60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iniatura de la versión del 14:00 14 abr 2009">
            <a:extLst>
              <a:ext uri="{FF2B5EF4-FFF2-40B4-BE49-F238E27FC236}">
                <a16:creationId xmlns:a16="http://schemas.microsoft.com/office/drawing/2014/main" id="{0E1C51DE-B41C-45DA-9739-80A6F8902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5673" y="4731830"/>
            <a:ext cx="1417476" cy="956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BFD2A158-0B32-47CA-BA8A-13B04111A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7350" y="4443897"/>
            <a:ext cx="1143000" cy="1616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3A41DC08-1F76-4A1E-A8A0-706097EB0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4188" y="4772856"/>
            <a:ext cx="1545383" cy="874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973B8137-EA73-47E5-AD1B-D117896A5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321" y="4772856"/>
            <a:ext cx="1256229" cy="958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7006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84CCCC6-F86B-436D-931E-11953CFB1358}"/>
              </a:ext>
            </a:extLst>
          </p:cNvPr>
          <p:cNvSpPr txBox="1"/>
          <p:nvPr/>
        </p:nvSpPr>
        <p:spPr>
          <a:xfrm>
            <a:off x="-409575" y="476915"/>
            <a:ext cx="8696325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just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</a:pP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MQ2: ¿Cuáles son las principales redes oscuras que existen?</a:t>
            </a:r>
            <a:endParaRPr lang="es-ES" sz="24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A9AC6A3-A7DA-4EBB-B560-B0C9C3C1A2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197642"/>
              </p:ext>
            </p:extLst>
          </p:nvPr>
        </p:nvGraphicFramePr>
        <p:xfrm>
          <a:off x="533400" y="1571624"/>
          <a:ext cx="11296651" cy="4352926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5371694">
                  <a:extLst>
                    <a:ext uri="{9D8B030D-6E8A-4147-A177-3AD203B41FA5}">
                      <a16:colId xmlns:a16="http://schemas.microsoft.com/office/drawing/2014/main" val="1710296435"/>
                    </a:ext>
                  </a:extLst>
                </a:gridCol>
                <a:gridCol w="726156">
                  <a:extLst>
                    <a:ext uri="{9D8B030D-6E8A-4147-A177-3AD203B41FA5}">
                      <a16:colId xmlns:a16="http://schemas.microsoft.com/office/drawing/2014/main" val="3278468936"/>
                    </a:ext>
                  </a:extLst>
                </a:gridCol>
                <a:gridCol w="727486">
                  <a:extLst>
                    <a:ext uri="{9D8B030D-6E8A-4147-A177-3AD203B41FA5}">
                      <a16:colId xmlns:a16="http://schemas.microsoft.com/office/drawing/2014/main" val="420308853"/>
                    </a:ext>
                  </a:extLst>
                </a:gridCol>
                <a:gridCol w="1686385">
                  <a:extLst>
                    <a:ext uri="{9D8B030D-6E8A-4147-A177-3AD203B41FA5}">
                      <a16:colId xmlns:a16="http://schemas.microsoft.com/office/drawing/2014/main" val="3593312508"/>
                    </a:ext>
                  </a:extLst>
                </a:gridCol>
                <a:gridCol w="1433694">
                  <a:extLst>
                    <a:ext uri="{9D8B030D-6E8A-4147-A177-3AD203B41FA5}">
                      <a16:colId xmlns:a16="http://schemas.microsoft.com/office/drawing/2014/main" val="3500394511"/>
                    </a:ext>
                  </a:extLst>
                </a:gridCol>
                <a:gridCol w="1351236">
                  <a:extLst>
                    <a:ext uri="{9D8B030D-6E8A-4147-A177-3AD203B41FA5}">
                      <a16:colId xmlns:a16="http://schemas.microsoft.com/office/drawing/2014/main" val="1115852349"/>
                    </a:ext>
                  </a:extLst>
                </a:gridCol>
              </a:tblGrid>
              <a:tr h="58209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800" dirty="0">
                          <a:effectLst/>
                        </a:rPr>
                        <a:t>Artículo/ Red oscura</a:t>
                      </a:r>
                      <a:endParaRPr lang="es-ES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Tor</a:t>
                      </a:r>
                      <a:endParaRPr lang="es-E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I2P</a:t>
                      </a:r>
                      <a:endParaRPr lang="es-E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800" dirty="0" err="1">
                          <a:effectLst/>
                        </a:rPr>
                        <a:t>JonDonym</a:t>
                      </a:r>
                      <a:endParaRPr lang="es-ES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FreeNet</a:t>
                      </a:r>
                      <a:endParaRPr lang="es-E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ZeroNet</a:t>
                      </a:r>
                      <a:endParaRPr lang="es-E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15539320"/>
                  </a:ext>
                </a:extLst>
              </a:tr>
              <a:tr h="690361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Bento: safely bringing network function virtualization to Tor</a:t>
                      </a:r>
                      <a:endParaRPr lang="es-E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x</a:t>
                      </a:r>
                      <a:endParaRPr lang="es-E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 </a:t>
                      </a:r>
                      <a:endParaRPr lang="es-E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 </a:t>
                      </a:r>
                      <a:endParaRPr lang="es-E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 </a:t>
                      </a:r>
                      <a:endParaRPr lang="es-E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 </a:t>
                      </a:r>
                      <a:endParaRPr lang="es-E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14852144"/>
                  </a:ext>
                </a:extLst>
              </a:tr>
              <a:tr h="100938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The Onions Have Eyes: A Comprehensive Structure and Privacy Analysis of Tor Hidden Services</a:t>
                      </a:r>
                      <a:endParaRPr lang="es-E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x</a:t>
                      </a:r>
                      <a:endParaRPr lang="es-E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x</a:t>
                      </a:r>
                      <a:endParaRPr lang="es-E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 </a:t>
                      </a:r>
                      <a:endParaRPr lang="es-E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x</a:t>
                      </a:r>
                      <a:endParaRPr lang="es-E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 </a:t>
                      </a:r>
                      <a:endParaRPr lang="es-E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8674617"/>
                  </a:ext>
                </a:extLst>
              </a:tr>
              <a:tr h="690361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A Dive into the Dark Web: Hierarchical Traffic Classification of Anonymity Tools</a:t>
                      </a:r>
                      <a:endParaRPr lang="es-E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x</a:t>
                      </a:r>
                      <a:endParaRPr lang="es-E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x</a:t>
                      </a:r>
                      <a:endParaRPr lang="es-E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x</a:t>
                      </a:r>
                      <a:endParaRPr lang="es-E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 </a:t>
                      </a:r>
                      <a:endParaRPr lang="es-E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 </a:t>
                      </a:r>
                      <a:endParaRPr lang="es-E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15860441"/>
                  </a:ext>
                </a:extLst>
              </a:tr>
              <a:tr h="690361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Layered classification method for darknet traffic based on Weighted K-NN</a:t>
                      </a:r>
                      <a:endParaRPr lang="es-E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x</a:t>
                      </a:r>
                      <a:endParaRPr lang="es-E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 </a:t>
                      </a:r>
                      <a:endParaRPr lang="es-E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 </a:t>
                      </a:r>
                      <a:endParaRPr lang="es-E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x</a:t>
                      </a:r>
                      <a:endParaRPr lang="es-E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x</a:t>
                      </a:r>
                      <a:endParaRPr lang="es-E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47974859"/>
                  </a:ext>
                </a:extLst>
              </a:tr>
              <a:tr h="690361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A Qualitative Analysis of Illicit Arms Trafficking on Darknet Marketplaces</a:t>
                      </a:r>
                      <a:endParaRPr lang="es-E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x</a:t>
                      </a:r>
                      <a:endParaRPr lang="es-E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x</a:t>
                      </a:r>
                      <a:endParaRPr lang="es-E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 </a:t>
                      </a:r>
                      <a:endParaRPr lang="es-E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x</a:t>
                      </a:r>
                      <a:endParaRPr lang="es-ES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ES" sz="1800" dirty="0">
                          <a:effectLst/>
                        </a:rPr>
                        <a:t> </a:t>
                      </a:r>
                      <a:endParaRPr lang="es-ES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75583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14084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4BE6F9B-9460-414D-AB21-B56653357E5C}"/>
              </a:ext>
            </a:extLst>
          </p:cNvPr>
          <p:cNvSpPr txBox="1"/>
          <p:nvPr/>
        </p:nvSpPr>
        <p:spPr>
          <a:xfrm>
            <a:off x="-387804" y="464794"/>
            <a:ext cx="6096000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just">
              <a:lnSpc>
                <a:spcPct val="150000"/>
              </a:lnSpc>
              <a:spcBef>
                <a:spcPts val="1000"/>
              </a:spcBef>
            </a:pPr>
            <a:r>
              <a:rPr lang="es-ES" sz="24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MQ3: 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¿Qué es Tor y cómo funciona?</a:t>
            </a:r>
            <a:endParaRPr lang="es-ES" sz="24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D0F7CAF-3AE2-4174-A28C-AEC7202B1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5558" y="202931"/>
            <a:ext cx="1256229" cy="958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B2A1F3B6-09C1-4C28-9BB0-AC6E5C56D1B8}"/>
              </a:ext>
            </a:extLst>
          </p:cNvPr>
          <p:cNvSpPr txBox="1"/>
          <p:nvPr/>
        </p:nvSpPr>
        <p:spPr>
          <a:xfrm>
            <a:off x="466531" y="1501505"/>
            <a:ext cx="10636898" cy="4190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Cada onion router (OR) se ejecuta como un proceso normal a nivel de usuario sin ningún privilegio especial. 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Cada onion router mantiene una conexión TLS (</a:t>
            </a:r>
            <a:r>
              <a:rPr lang="es-E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Transport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Security) con todos los demás onion </a:t>
            </a:r>
            <a:r>
              <a:rPr lang="es-E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routers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Cada usuario ejecuta un software local llamado onion proxy (OP) para obtener direcciones, establecer circuitos a través de la red y manejar las conexiones de las aplicaciones de usuario. 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Estos onion </a:t>
            </a:r>
            <a:r>
              <a:rPr lang="es-E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proxies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aceptan flujos TCP (</a:t>
            </a:r>
            <a:r>
              <a:rPr lang="es-ES" sz="1800" i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Transmission</a:t>
            </a:r>
            <a:r>
              <a:rPr lang="es-E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Control </a:t>
            </a:r>
            <a:r>
              <a:rPr lang="es-ES" sz="1800" i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Protocol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y los multiplexan a través de los circuitos. 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</a:t>
            </a:r>
            <a:r>
              <a:rPr lang="es-E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onion router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en el otro lado del circuito se conecta a los destinos solicitados y transmite datos. </a:t>
            </a:r>
          </a:p>
        </p:txBody>
      </p:sp>
    </p:spTree>
    <p:extLst>
      <p:ext uri="{BB962C8B-B14F-4D97-AF65-F5344CB8AC3E}">
        <p14:creationId xmlns:p14="http://schemas.microsoft.com/office/powerpoint/2010/main" val="3597339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ACC977A-FAD5-40B2-A981-F13B2E91F1A2}"/>
              </a:ext>
            </a:extLst>
          </p:cNvPr>
          <p:cNvSpPr txBox="1"/>
          <p:nvPr/>
        </p:nvSpPr>
        <p:spPr>
          <a:xfrm>
            <a:off x="838199" y="506288"/>
            <a:ext cx="9439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MQ4: ¿Qué herramientas se han utilizado para el estudio de la red Tor?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3EBDEEB-852D-4412-B2C9-6A72F36523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5849" y="1616762"/>
            <a:ext cx="7158622" cy="3624476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D444C049-2793-4EA4-BE11-A6E5294CC13C}"/>
              </a:ext>
            </a:extLst>
          </p:cNvPr>
          <p:cNvSpPr txBox="1"/>
          <p:nvPr/>
        </p:nvSpPr>
        <p:spPr>
          <a:xfrm>
            <a:off x="9156197" y="1506895"/>
            <a:ext cx="2242554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Crawlers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s-E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PrivCount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Wireshark 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E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Nmap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350294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E2D5D-6D03-4BD7-87CE-8A2A15B6C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Resultados de la investigación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ECD2AEC-E710-4D7B-9B1F-DECB8D2E0C6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837" y="2083712"/>
            <a:ext cx="4645479" cy="4158467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AD78465-7AB0-4277-A239-61ABC5630D55}"/>
              </a:ext>
            </a:extLst>
          </p:cNvPr>
          <p:cNvSpPr txBox="1"/>
          <p:nvPr/>
        </p:nvSpPr>
        <p:spPr>
          <a:xfrm>
            <a:off x="5197151" y="5641620"/>
            <a:ext cx="662590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RQ5: ¿Cómo funciona un crawler para el estudio de la red Tor?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E463BC8-EC33-4BB3-AF45-277672F546F3}"/>
              </a:ext>
            </a:extLst>
          </p:cNvPr>
          <p:cNvSpPr txBox="1"/>
          <p:nvPr/>
        </p:nvSpPr>
        <p:spPr>
          <a:xfrm>
            <a:off x="5205316" y="2120215"/>
            <a:ext cx="662590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RQ1: ¿Qué son la </a:t>
            </a:r>
            <a:r>
              <a:rPr lang="es-E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deep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web, la </a:t>
            </a:r>
            <a:r>
              <a:rPr lang="es-E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dark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web y las redes oscuras?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E8C1002-1460-4246-BB8C-AB2DE305CAAD}"/>
              </a:ext>
            </a:extLst>
          </p:cNvPr>
          <p:cNvSpPr txBox="1"/>
          <p:nvPr/>
        </p:nvSpPr>
        <p:spPr>
          <a:xfrm>
            <a:off x="5205316" y="2884482"/>
            <a:ext cx="6625900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RQ2: ¿Cuáles son las principales redes oscuras que existen y cómo funcionan?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F445E1C-273C-433F-8947-2992D884AC33}"/>
              </a:ext>
            </a:extLst>
          </p:cNvPr>
          <p:cNvSpPr txBox="1"/>
          <p:nvPr/>
        </p:nvSpPr>
        <p:spPr>
          <a:xfrm>
            <a:off x="5213481" y="3785081"/>
            <a:ext cx="6625900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RQ3: ¿Cuáles son los principales desafíos en la investigación de la red Tor?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3632303-AB84-4E3A-A23F-6965FF19DD93}"/>
              </a:ext>
            </a:extLst>
          </p:cNvPr>
          <p:cNvSpPr txBox="1"/>
          <p:nvPr/>
        </p:nvSpPr>
        <p:spPr>
          <a:xfrm>
            <a:off x="5213481" y="4549348"/>
            <a:ext cx="6617735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RQ4: ¿Cómo se puede utilizar el navegador de Tor para analizar la actividad de los usuarios? </a:t>
            </a:r>
          </a:p>
        </p:txBody>
      </p:sp>
    </p:spTree>
    <p:extLst>
      <p:ext uri="{BB962C8B-B14F-4D97-AF65-F5344CB8AC3E}">
        <p14:creationId xmlns:p14="http://schemas.microsoft.com/office/powerpoint/2010/main" val="8510291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1344F3-B1DE-4ED6-89D8-42338662E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Conclusiones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A4B1A3E-31AC-4461-A74D-8759BDAFF413}"/>
              </a:ext>
            </a:extLst>
          </p:cNvPr>
          <p:cNvSpPr txBox="1"/>
          <p:nvPr/>
        </p:nvSpPr>
        <p:spPr>
          <a:xfrm>
            <a:off x="1097280" y="2000891"/>
            <a:ext cx="10211422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presente trabajo como Proceso de Mapeo Sistemático, ha proporcionado una visión integral y actualizada sobre la caracterización de las </a:t>
            </a:r>
            <a:r>
              <a:rPr lang="es-E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darknets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incluyendo su definición, principales redes, desafíos en la investigación y herramientas de análisis. Se ha podido establecer una base sólida para comprender su funcionamiento y su importancia en el panorama de Internet.</a:t>
            </a:r>
          </a:p>
        </p:txBody>
      </p:sp>
    </p:spTree>
    <p:extLst>
      <p:ext uri="{BB962C8B-B14F-4D97-AF65-F5344CB8AC3E}">
        <p14:creationId xmlns:p14="http://schemas.microsoft.com/office/powerpoint/2010/main" val="34429249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D06A28-10C2-46B8-B9BB-C4CEC6E0EA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Caracterización de las darkNets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CDDD70-B0E3-48EF-BD0D-092982A810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Proceso de mapeo sistemático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4B8C770-3C9A-4D74-8185-8BC41BF88DA2}"/>
              </a:ext>
            </a:extLst>
          </p:cNvPr>
          <p:cNvSpPr txBox="1"/>
          <p:nvPr/>
        </p:nvSpPr>
        <p:spPr>
          <a:xfrm>
            <a:off x="1246570" y="5467478"/>
            <a:ext cx="3726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Arlet Acosta González</a:t>
            </a:r>
          </a:p>
          <a:p>
            <a:r>
              <a:rPr lang="es-ES" dirty="0"/>
              <a:t>Máster en Sistemas Inteligentes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833C243-FE01-48B3-9E06-75BC0B4FE3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9192" y="5503171"/>
            <a:ext cx="2207124" cy="61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9691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1312</TotalTime>
  <Words>1191</Words>
  <Application>Microsoft Office PowerPoint</Application>
  <PresentationFormat>Panorámica</PresentationFormat>
  <Paragraphs>142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Symbol</vt:lpstr>
      <vt:lpstr>Retrospección</vt:lpstr>
      <vt:lpstr>Caracterización de las darkNets</vt:lpstr>
      <vt:lpstr>Introducción</vt:lpstr>
      <vt:lpstr>Etapas del proceso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Realización</vt:lpstr>
      <vt:lpstr>Presentación de PowerPoint</vt:lpstr>
      <vt:lpstr>Resultados y análisis de los datos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Resultados de la investigación</vt:lpstr>
      <vt:lpstr>Conclusiones</vt:lpstr>
      <vt:lpstr>Caracterización de las darkNets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Caracterización de las darkNets</dc:title>
  <dc:creator>Arlet Acosta González</dc:creator>
  <cp:lastModifiedBy>Arlet Acosta González</cp:lastModifiedBy>
  <cp:revision>61</cp:revision>
  <dcterms:created xsi:type="dcterms:W3CDTF">2024-05-15T22:12:17Z</dcterms:created>
  <dcterms:modified xsi:type="dcterms:W3CDTF">2024-05-23T15:30:34Z</dcterms:modified>
</cp:coreProperties>
</file>