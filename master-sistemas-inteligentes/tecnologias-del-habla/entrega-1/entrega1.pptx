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F29099-49B5-49BB-B0D1-91FCCA49D69D}" type="doc">
      <dgm:prSet loTypeId="urn:microsoft.com/office/officeart/2005/8/layout/StepDownProcess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134D6A5-3952-4B7B-80B2-F456163490BA}">
      <dgm:prSet phldrT="[Texto]"/>
      <dgm:spPr/>
      <dgm:t>
        <a:bodyPr/>
        <a:lstStyle/>
        <a:p>
          <a:r>
            <a:rPr lang="es-ES" b="0" i="0" dirty="0"/>
            <a:t>techo</a:t>
          </a:r>
        </a:p>
        <a:p>
          <a:r>
            <a:rPr lang="es-ES" b="0" i="0" dirty="0"/>
            <a:t>/'te tʃo/</a:t>
          </a:r>
          <a:endParaRPr lang="es-ES" dirty="0"/>
        </a:p>
      </dgm:t>
    </dgm:pt>
    <dgm:pt modelId="{FD20094C-7232-4D27-9957-D446031B7872}" type="parTrans" cxnId="{9088FDB6-B85F-4B80-8F26-E9C51B292109}">
      <dgm:prSet/>
      <dgm:spPr/>
      <dgm:t>
        <a:bodyPr/>
        <a:lstStyle/>
        <a:p>
          <a:endParaRPr lang="es-ES"/>
        </a:p>
      </dgm:t>
    </dgm:pt>
    <dgm:pt modelId="{C4601D7C-A80A-46CF-99BF-D3B13D8AC408}" type="sibTrans" cxnId="{9088FDB6-B85F-4B80-8F26-E9C51B292109}">
      <dgm:prSet/>
      <dgm:spPr/>
      <dgm:t>
        <a:bodyPr/>
        <a:lstStyle/>
        <a:p>
          <a:endParaRPr lang="es-ES"/>
        </a:p>
      </dgm:t>
    </dgm:pt>
    <dgm:pt modelId="{9D7053E9-DB92-466D-98B8-B9941C9A71A6}">
      <dgm:prSet phldrT="[Texto]"/>
      <dgm:spPr/>
      <dgm:t>
        <a:bodyPr/>
        <a:lstStyle/>
        <a:p>
          <a:r>
            <a:rPr lang="es-ES" b="1" i="0" u="none" dirty="0"/>
            <a:t>Teso</a:t>
          </a:r>
          <a:endParaRPr lang="es-ES" b="0" i="0" u="none" dirty="0"/>
        </a:p>
        <a:p>
          <a:r>
            <a:rPr lang="es-ES" b="1" i="0" u="none" dirty="0"/>
            <a:t>/'te so/</a:t>
          </a:r>
          <a:endParaRPr lang="es-ES" dirty="0"/>
        </a:p>
      </dgm:t>
    </dgm:pt>
    <dgm:pt modelId="{D7ECB277-F86B-4B6A-BCCB-1882755888DD}" type="parTrans" cxnId="{570E7119-1F12-44F6-AF22-0FB243647523}">
      <dgm:prSet/>
      <dgm:spPr/>
      <dgm:t>
        <a:bodyPr/>
        <a:lstStyle/>
        <a:p>
          <a:endParaRPr lang="es-ES"/>
        </a:p>
      </dgm:t>
    </dgm:pt>
    <dgm:pt modelId="{E8C9C3E6-6297-4A6E-A592-D21778EB0F9D}" type="sibTrans" cxnId="{570E7119-1F12-44F6-AF22-0FB243647523}">
      <dgm:prSet/>
      <dgm:spPr/>
      <dgm:t>
        <a:bodyPr/>
        <a:lstStyle/>
        <a:p>
          <a:endParaRPr lang="es-ES"/>
        </a:p>
      </dgm:t>
    </dgm:pt>
    <dgm:pt modelId="{5A3BC536-7793-40F1-9C58-722216831AEC}">
      <dgm:prSet phldrT="[Texto]"/>
      <dgm:spPr/>
      <dgm:t>
        <a:bodyPr/>
        <a:lstStyle/>
        <a:p>
          <a:r>
            <a:rPr lang="es-ES" b="1" i="0" u="none" dirty="0"/>
            <a:t>Tenso</a:t>
          </a:r>
          <a:endParaRPr lang="es-ES" b="0" i="0" u="none" dirty="0"/>
        </a:p>
        <a:p>
          <a:r>
            <a:rPr lang="es-ES" b="1" i="0" u="none" dirty="0"/>
            <a:t>/'ten so/</a:t>
          </a:r>
          <a:endParaRPr lang="es-ES" dirty="0"/>
        </a:p>
      </dgm:t>
    </dgm:pt>
    <dgm:pt modelId="{C138AE13-6904-409D-BACA-B9FF86C94A9F}" type="parTrans" cxnId="{8488DC7F-2854-42E4-B7F5-F07663EA66E8}">
      <dgm:prSet/>
      <dgm:spPr/>
      <dgm:t>
        <a:bodyPr/>
        <a:lstStyle/>
        <a:p>
          <a:endParaRPr lang="es-ES"/>
        </a:p>
      </dgm:t>
    </dgm:pt>
    <dgm:pt modelId="{1713EF88-9298-4701-8418-CC418E6D2A2E}" type="sibTrans" cxnId="{8488DC7F-2854-42E4-B7F5-F07663EA66E8}">
      <dgm:prSet/>
      <dgm:spPr/>
      <dgm:t>
        <a:bodyPr/>
        <a:lstStyle/>
        <a:p>
          <a:endParaRPr lang="es-ES"/>
        </a:p>
      </dgm:t>
    </dgm:pt>
    <dgm:pt modelId="{7985313E-DB36-42E8-B3B1-58CC5D256F2C}">
      <dgm:prSet phldrT="[Texto]"/>
      <dgm:spPr/>
      <dgm:t>
        <a:bodyPr/>
        <a:lstStyle/>
        <a:p>
          <a:r>
            <a:rPr lang="es-ES" b="1" i="0" u="none" dirty="0"/>
            <a:t>Censo</a:t>
          </a:r>
          <a:endParaRPr lang="es-ES" b="0" i="0" u="none" dirty="0"/>
        </a:p>
        <a:p>
          <a:r>
            <a:rPr lang="es-ES" b="1" i="0" u="none" dirty="0"/>
            <a:t>/'</a:t>
          </a:r>
          <a:r>
            <a:rPr lang="es-ES" b="1" i="0" u="none" dirty="0" err="1"/>
            <a:t>θen</a:t>
          </a:r>
          <a:r>
            <a:rPr lang="es-ES" b="1" i="0" u="none" dirty="0"/>
            <a:t> so/</a:t>
          </a:r>
          <a:endParaRPr lang="es-ES" dirty="0"/>
        </a:p>
      </dgm:t>
    </dgm:pt>
    <dgm:pt modelId="{7AFAA40D-6B91-44C5-BECB-EA9580804E5C}" type="parTrans" cxnId="{2BD150CA-6BD8-4526-9A6C-57C82E53114F}">
      <dgm:prSet/>
      <dgm:spPr/>
      <dgm:t>
        <a:bodyPr/>
        <a:lstStyle/>
        <a:p>
          <a:endParaRPr lang="es-ES"/>
        </a:p>
      </dgm:t>
    </dgm:pt>
    <dgm:pt modelId="{A39779A7-72CC-4460-8B42-B53B4CCBD4CC}" type="sibTrans" cxnId="{2BD150CA-6BD8-4526-9A6C-57C82E53114F}">
      <dgm:prSet/>
      <dgm:spPr/>
      <dgm:t>
        <a:bodyPr/>
        <a:lstStyle/>
        <a:p>
          <a:endParaRPr lang="es-ES"/>
        </a:p>
      </dgm:t>
    </dgm:pt>
    <dgm:pt modelId="{9C03862C-BC7C-45E3-B01C-5009D9801B95}">
      <dgm:prSet phldrT="[Texto]"/>
      <dgm:spPr/>
      <dgm:t>
        <a:bodyPr/>
        <a:lstStyle/>
        <a:p>
          <a:r>
            <a:rPr lang="es-ES" b="1" i="0" u="none" dirty="0"/>
            <a:t>Ceso</a:t>
          </a:r>
          <a:endParaRPr lang="es-ES" b="0" i="0" u="none" dirty="0"/>
        </a:p>
        <a:p>
          <a:r>
            <a:rPr lang="es-ES" b="1" i="0" u="none" dirty="0"/>
            <a:t>/'</a:t>
          </a:r>
          <a:r>
            <a:rPr lang="es-ES" b="1" i="0" u="none" dirty="0" err="1"/>
            <a:t>θe</a:t>
          </a:r>
          <a:r>
            <a:rPr lang="es-ES" b="1" i="0" u="none" dirty="0"/>
            <a:t> so/</a:t>
          </a:r>
          <a:endParaRPr lang="es-ES" dirty="0"/>
        </a:p>
      </dgm:t>
    </dgm:pt>
    <dgm:pt modelId="{BBB6DCBC-442A-4524-AA1E-77154EBC7F98}" type="parTrans" cxnId="{5053E76F-18CB-415E-A916-2087E4EBD817}">
      <dgm:prSet/>
      <dgm:spPr/>
      <dgm:t>
        <a:bodyPr/>
        <a:lstStyle/>
        <a:p>
          <a:endParaRPr lang="es-ES"/>
        </a:p>
      </dgm:t>
    </dgm:pt>
    <dgm:pt modelId="{0D814BA3-1645-4E6F-B4FD-B7194B7FB6DE}" type="sibTrans" cxnId="{5053E76F-18CB-415E-A916-2087E4EBD817}">
      <dgm:prSet/>
      <dgm:spPr/>
      <dgm:t>
        <a:bodyPr/>
        <a:lstStyle/>
        <a:p>
          <a:endParaRPr lang="es-ES"/>
        </a:p>
      </dgm:t>
    </dgm:pt>
    <dgm:pt modelId="{28BB484B-0A19-4C64-BDBE-23BBE4722C0A}">
      <dgm:prSet/>
      <dgm:spPr/>
      <dgm:t>
        <a:bodyPr/>
        <a:lstStyle/>
        <a:p>
          <a:r>
            <a:rPr lang="es-ES" b="1" i="0" u="none" dirty="0"/>
            <a:t>Queso </a:t>
          </a:r>
          <a:endParaRPr lang="es-ES" b="0" i="0" u="none" dirty="0"/>
        </a:p>
        <a:p>
          <a:r>
            <a:rPr lang="es-ES" b="1" i="0" u="none" dirty="0"/>
            <a:t>/'ke so/</a:t>
          </a:r>
          <a:endParaRPr lang="es-ES" dirty="0"/>
        </a:p>
      </dgm:t>
    </dgm:pt>
    <dgm:pt modelId="{A12C1E3A-6A5E-487B-9CC4-FA533BB9AFF4}" type="parTrans" cxnId="{3632E108-8245-4BBF-A89C-16529FF9F1B2}">
      <dgm:prSet/>
      <dgm:spPr/>
      <dgm:t>
        <a:bodyPr/>
        <a:lstStyle/>
        <a:p>
          <a:endParaRPr lang="es-ES"/>
        </a:p>
      </dgm:t>
    </dgm:pt>
    <dgm:pt modelId="{7A8AFDEB-578F-42F8-8C09-95427D3621F8}" type="sibTrans" cxnId="{3632E108-8245-4BBF-A89C-16529FF9F1B2}">
      <dgm:prSet/>
      <dgm:spPr/>
      <dgm:t>
        <a:bodyPr/>
        <a:lstStyle/>
        <a:p>
          <a:endParaRPr lang="es-ES"/>
        </a:p>
      </dgm:t>
    </dgm:pt>
    <dgm:pt modelId="{C1D28E99-2426-4815-929C-BB6AB7B80D4A}" type="pres">
      <dgm:prSet presAssocID="{9AF29099-49B5-49BB-B0D1-91FCCA49D69D}" presName="rootnode" presStyleCnt="0">
        <dgm:presLayoutVars>
          <dgm:chMax/>
          <dgm:chPref/>
          <dgm:dir/>
          <dgm:animLvl val="lvl"/>
        </dgm:presLayoutVars>
      </dgm:prSet>
      <dgm:spPr/>
    </dgm:pt>
    <dgm:pt modelId="{8E09D27F-0ABA-4741-920B-140C6D480B9D}" type="pres">
      <dgm:prSet presAssocID="{E134D6A5-3952-4B7B-80B2-F456163490BA}" presName="composite" presStyleCnt="0"/>
      <dgm:spPr/>
    </dgm:pt>
    <dgm:pt modelId="{C02CEBA7-FACA-4AE4-AF2D-29A719B80E34}" type="pres">
      <dgm:prSet presAssocID="{E134D6A5-3952-4B7B-80B2-F456163490BA}" presName="bentUpArrow1" presStyleLbl="alignImgPlace1" presStyleIdx="0" presStyleCnt="5"/>
      <dgm:spPr/>
    </dgm:pt>
    <dgm:pt modelId="{AEBADD61-4A79-423A-8F37-DB73EF65D4A2}" type="pres">
      <dgm:prSet presAssocID="{E134D6A5-3952-4B7B-80B2-F456163490BA}" presName="ParentText" presStyleLbl="node1" presStyleIdx="0" presStyleCnt="6" custLinFactNeighborX="-6618" custLinFactNeighborY="721">
        <dgm:presLayoutVars>
          <dgm:chMax val="1"/>
          <dgm:chPref val="1"/>
          <dgm:bulletEnabled val="1"/>
        </dgm:presLayoutVars>
      </dgm:prSet>
      <dgm:spPr/>
    </dgm:pt>
    <dgm:pt modelId="{FDFDFFA9-0E84-46FA-86D3-957D9753E16B}" type="pres">
      <dgm:prSet presAssocID="{E134D6A5-3952-4B7B-80B2-F456163490BA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54D3B24F-8DB9-4C7C-8AC5-C7DA8C5BB704}" type="pres">
      <dgm:prSet presAssocID="{C4601D7C-A80A-46CF-99BF-D3B13D8AC408}" presName="sibTrans" presStyleCnt="0"/>
      <dgm:spPr/>
    </dgm:pt>
    <dgm:pt modelId="{35D0CA8E-7675-4D50-8DD1-F80F64AE606D}" type="pres">
      <dgm:prSet presAssocID="{9D7053E9-DB92-466D-98B8-B9941C9A71A6}" presName="composite" presStyleCnt="0"/>
      <dgm:spPr/>
    </dgm:pt>
    <dgm:pt modelId="{F658D72A-BB7C-4477-A680-45047AD5E62E}" type="pres">
      <dgm:prSet presAssocID="{9D7053E9-DB92-466D-98B8-B9941C9A71A6}" presName="bentUpArrow1" presStyleLbl="alignImgPlace1" presStyleIdx="1" presStyleCnt="5"/>
      <dgm:spPr/>
    </dgm:pt>
    <dgm:pt modelId="{75B0B848-515D-45A4-A50E-3EDB1D712A02}" type="pres">
      <dgm:prSet presAssocID="{9D7053E9-DB92-466D-98B8-B9941C9A71A6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1745B368-54F4-4BA1-B3FD-E28F455ABDD6}" type="pres">
      <dgm:prSet presAssocID="{9D7053E9-DB92-466D-98B8-B9941C9A71A6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838E0A18-49C2-404E-A108-66A87F96515C}" type="pres">
      <dgm:prSet presAssocID="{E8C9C3E6-6297-4A6E-A592-D21778EB0F9D}" presName="sibTrans" presStyleCnt="0"/>
      <dgm:spPr/>
    </dgm:pt>
    <dgm:pt modelId="{284465C6-DCCF-4B58-A16F-42534F8638BD}" type="pres">
      <dgm:prSet presAssocID="{5A3BC536-7793-40F1-9C58-722216831AEC}" presName="composite" presStyleCnt="0"/>
      <dgm:spPr/>
    </dgm:pt>
    <dgm:pt modelId="{7FA7F9CF-9351-4BD6-92DF-D2B506B4EE40}" type="pres">
      <dgm:prSet presAssocID="{5A3BC536-7793-40F1-9C58-722216831AEC}" presName="bentUpArrow1" presStyleLbl="alignImgPlace1" presStyleIdx="2" presStyleCnt="5"/>
      <dgm:spPr/>
    </dgm:pt>
    <dgm:pt modelId="{D77B30A7-8E50-44D5-88A3-B9C1374B7FC2}" type="pres">
      <dgm:prSet presAssocID="{5A3BC536-7793-40F1-9C58-722216831AEC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A23677BD-4DF4-4F1C-B838-427E68F6A042}" type="pres">
      <dgm:prSet presAssocID="{5A3BC536-7793-40F1-9C58-722216831AEC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E09643E-D3D0-4331-A2DB-A51BA59090B8}" type="pres">
      <dgm:prSet presAssocID="{1713EF88-9298-4701-8418-CC418E6D2A2E}" presName="sibTrans" presStyleCnt="0"/>
      <dgm:spPr/>
    </dgm:pt>
    <dgm:pt modelId="{B6D4DA93-0263-424C-839C-EBE1E025C067}" type="pres">
      <dgm:prSet presAssocID="{7985313E-DB36-42E8-B3B1-58CC5D256F2C}" presName="composite" presStyleCnt="0"/>
      <dgm:spPr/>
    </dgm:pt>
    <dgm:pt modelId="{DF875F40-7EB0-4FA0-9BF5-17E9BA6D2FDA}" type="pres">
      <dgm:prSet presAssocID="{7985313E-DB36-42E8-B3B1-58CC5D256F2C}" presName="bentUpArrow1" presStyleLbl="alignImgPlace1" presStyleIdx="3" presStyleCnt="5"/>
      <dgm:spPr/>
    </dgm:pt>
    <dgm:pt modelId="{A510298C-D0FF-45BF-9B82-4A91779CBB1B}" type="pres">
      <dgm:prSet presAssocID="{7985313E-DB36-42E8-B3B1-58CC5D256F2C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891384A6-651D-4388-83A7-2CF9AAEFFA83}" type="pres">
      <dgm:prSet presAssocID="{7985313E-DB36-42E8-B3B1-58CC5D256F2C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B3FC379-CA03-4812-ABB3-318463A729AF}" type="pres">
      <dgm:prSet presAssocID="{A39779A7-72CC-4460-8B42-B53B4CCBD4CC}" presName="sibTrans" presStyleCnt="0"/>
      <dgm:spPr/>
    </dgm:pt>
    <dgm:pt modelId="{58B6DFF6-705C-4FA5-ACE3-6DE46462B4CC}" type="pres">
      <dgm:prSet presAssocID="{9C03862C-BC7C-45E3-B01C-5009D9801B95}" presName="composite" presStyleCnt="0"/>
      <dgm:spPr/>
    </dgm:pt>
    <dgm:pt modelId="{09072FD6-129C-4EBB-8F27-BBAF2518B01E}" type="pres">
      <dgm:prSet presAssocID="{9C03862C-BC7C-45E3-B01C-5009D9801B95}" presName="bentUpArrow1" presStyleLbl="alignImgPlace1" presStyleIdx="4" presStyleCnt="5"/>
      <dgm:spPr/>
    </dgm:pt>
    <dgm:pt modelId="{607711F1-7AA9-45B8-8454-66648F2B3999}" type="pres">
      <dgm:prSet presAssocID="{9C03862C-BC7C-45E3-B01C-5009D9801B95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5117201C-9A52-4597-86FA-C29506683C67}" type="pres">
      <dgm:prSet presAssocID="{9C03862C-BC7C-45E3-B01C-5009D9801B95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1367C3C9-2979-4848-AC30-6B436FEAB2BE}" type="pres">
      <dgm:prSet presAssocID="{0D814BA3-1645-4E6F-B4FD-B7194B7FB6DE}" presName="sibTrans" presStyleCnt="0"/>
      <dgm:spPr/>
    </dgm:pt>
    <dgm:pt modelId="{36966158-78E8-4771-B9ED-B572E4243D24}" type="pres">
      <dgm:prSet presAssocID="{28BB484B-0A19-4C64-BDBE-23BBE4722C0A}" presName="composite" presStyleCnt="0"/>
      <dgm:spPr/>
    </dgm:pt>
    <dgm:pt modelId="{AE7BCADD-B160-43E7-9C17-5DBD22178810}" type="pres">
      <dgm:prSet presAssocID="{28BB484B-0A19-4C64-BDBE-23BBE4722C0A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57F0EB01-23A0-4A67-818A-A98BBF3B5BDD}" type="presOf" srcId="{7985313E-DB36-42E8-B3B1-58CC5D256F2C}" destId="{A510298C-D0FF-45BF-9B82-4A91779CBB1B}" srcOrd="0" destOrd="0" presId="urn:microsoft.com/office/officeart/2005/8/layout/StepDownProcess"/>
    <dgm:cxn modelId="{3632E108-8245-4BBF-A89C-16529FF9F1B2}" srcId="{9AF29099-49B5-49BB-B0D1-91FCCA49D69D}" destId="{28BB484B-0A19-4C64-BDBE-23BBE4722C0A}" srcOrd="5" destOrd="0" parTransId="{A12C1E3A-6A5E-487B-9CC4-FA533BB9AFF4}" sibTransId="{7A8AFDEB-578F-42F8-8C09-95427D3621F8}"/>
    <dgm:cxn modelId="{D9310611-EDB3-443D-9237-7C2551872BEA}" type="presOf" srcId="{28BB484B-0A19-4C64-BDBE-23BBE4722C0A}" destId="{AE7BCADD-B160-43E7-9C17-5DBD22178810}" srcOrd="0" destOrd="0" presId="urn:microsoft.com/office/officeart/2005/8/layout/StepDownProcess"/>
    <dgm:cxn modelId="{570E7119-1F12-44F6-AF22-0FB243647523}" srcId="{9AF29099-49B5-49BB-B0D1-91FCCA49D69D}" destId="{9D7053E9-DB92-466D-98B8-B9941C9A71A6}" srcOrd="1" destOrd="0" parTransId="{D7ECB277-F86B-4B6A-BCCB-1882755888DD}" sibTransId="{E8C9C3E6-6297-4A6E-A592-D21778EB0F9D}"/>
    <dgm:cxn modelId="{59FBFA64-C0C9-480B-A27E-C244A10E693D}" type="presOf" srcId="{9C03862C-BC7C-45E3-B01C-5009D9801B95}" destId="{607711F1-7AA9-45B8-8454-66648F2B3999}" srcOrd="0" destOrd="0" presId="urn:microsoft.com/office/officeart/2005/8/layout/StepDownProcess"/>
    <dgm:cxn modelId="{5053E76F-18CB-415E-A916-2087E4EBD817}" srcId="{9AF29099-49B5-49BB-B0D1-91FCCA49D69D}" destId="{9C03862C-BC7C-45E3-B01C-5009D9801B95}" srcOrd="4" destOrd="0" parTransId="{BBB6DCBC-442A-4524-AA1E-77154EBC7F98}" sibTransId="{0D814BA3-1645-4E6F-B4FD-B7194B7FB6DE}"/>
    <dgm:cxn modelId="{8488DC7F-2854-42E4-B7F5-F07663EA66E8}" srcId="{9AF29099-49B5-49BB-B0D1-91FCCA49D69D}" destId="{5A3BC536-7793-40F1-9C58-722216831AEC}" srcOrd="2" destOrd="0" parTransId="{C138AE13-6904-409D-BACA-B9FF86C94A9F}" sibTransId="{1713EF88-9298-4701-8418-CC418E6D2A2E}"/>
    <dgm:cxn modelId="{419B3293-8022-48F1-930D-A810A6FA905F}" type="presOf" srcId="{9AF29099-49B5-49BB-B0D1-91FCCA49D69D}" destId="{C1D28E99-2426-4815-929C-BB6AB7B80D4A}" srcOrd="0" destOrd="0" presId="urn:microsoft.com/office/officeart/2005/8/layout/StepDownProcess"/>
    <dgm:cxn modelId="{9FE15BB5-3054-4D1F-A5AB-0C6E1D79EA55}" type="presOf" srcId="{E134D6A5-3952-4B7B-80B2-F456163490BA}" destId="{AEBADD61-4A79-423A-8F37-DB73EF65D4A2}" srcOrd="0" destOrd="0" presId="urn:microsoft.com/office/officeart/2005/8/layout/StepDownProcess"/>
    <dgm:cxn modelId="{9088FDB6-B85F-4B80-8F26-E9C51B292109}" srcId="{9AF29099-49B5-49BB-B0D1-91FCCA49D69D}" destId="{E134D6A5-3952-4B7B-80B2-F456163490BA}" srcOrd="0" destOrd="0" parTransId="{FD20094C-7232-4D27-9957-D446031B7872}" sibTransId="{C4601D7C-A80A-46CF-99BF-D3B13D8AC408}"/>
    <dgm:cxn modelId="{845053C0-544D-4111-BDC5-EC9BAD3BF413}" type="presOf" srcId="{9D7053E9-DB92-466D-98B8-B9941C9A71A6}" destId="{75B0B848-515D-45A4-A50E-3EDB1D712A02}" srcOrd="0" destOrd="0" presId="urn:microsoft.com/office/officeart/2005/8/layout/StepDownProcess"/>
    <dgm:cxn modelId="{2BD150CA-6BD8-4526-9A6C-57C82E53114F}" srcId="{9AF29099-49B5-49BB-B0D1-91FCCA49D69D}" destId="{7985313E-DB36-42E8-B3B1-58CC5D256F2C}" srcOrd="3" destOrd="0" parTransId="{7AFAA40D-6B91-44C5-BECB-EA9580804E5C}" sibTransId="{A39779A7-72CC-4460-8B42-B53B4CCBD4CC}"/>
    <dgm:cxn modelId="{A160B5EC-8C30-4C49-92B3-3F3E355BEDA8}" type="presOf" srcId="{5A3BC536-7793-40F1-9C58-722216831AEC}" destId="{D77B30A7-8E50-44D5-88A3-B9C1374B7FC2}" srcOrd="0" destOrd="0" presId="urn:microsoft.com/office/officeart/2005/8/layout/StepDownProcess"/>
    <dgm:cxn modelId="{91A6258D-8DFB-43D3-A7BA-F44926E2ED2C}" type="presParOf" srcId="{C1D28E99-2426-4815-929C-BB6AB7B80D4A}" destId="{8E09D27F-0ABA-4741-920B-140C6D480B9D}" srcOrd="0" destOrd="0" presId="urn:microsoft.com/office/officeart/2005/8/layout/StepDownProcess"/>
    <dgm:cxn modelId="{3B189B4C-C5A9-46F8-986A-344B66934C2E}" type="presParOf" srcId="{8E09D27F-0ABA-4741-920B-140C6D480B9D}" destId="{C02CEBA7-FACA-4AE4-AF2D-29A719B80E34}" srcOrd="0" destOrd="0" presId="urn:microsoft.com/office/officeart/2005/8/layout/StepDownProcess"/>
    <dgm:cxn modelId="{F582D6DA-6233-4A70-A83B-3967DF821E90}" type="presParOf" srcId="{8E09D27F-0ABA-4741-920B-140C6D480B9D}" destId="{AEBADD61-4A79-423A-8F37-DB73EF65D4A2}" srcOrd="1" destOrd="0" presId="urn:microsoft.com/office/officeart/2005/8/layout/StepDownProcess"/>
    <dgm:cxn modelId="{5B2D6D6F-1FDD-46FC-A727-E0C6AEECF12F}" type="presParOf" srcId="{8E09D27F-0ABA-4741-920B-140C6D480B9D}" destId="{FDFDFFA9-0E84-46FA-86D3-957D9753E16B}" srcOrd="2" destOrd="0" presId="urn:microsoft.com/office/officeart/2005/8/layout/StepDownProcess"/>
    <dgm:cxn modelId="{5525353D-963B-44B6-AA2D-C2130FACFAEF}" type="presParOf" srcId="{C1D28E99-2426-4815-929C-BB6AB7B80D4A}" destId="{54D3B24F-8DB9-4C7C-8AC5-C7DA8C5BB704}" srcOrd="1" destOrd="0" presId="urn:microsoft.com/office/officeart/2005/8/layout/StepDownProcess"/>
    <dgm:cxn modelId="{B0D03987-2997-43D9-936E-63570ED1BD5A}" type="presParOf" srcId="{C1D28E99-2426-4815-929C-BB6AB7B80D4A}" destId="{35D0CA8E-7675-4D50-8DD1-F80F64AE606D}" srcOrd="2" destOrd="0" presId="urn:microsoft.com/office/officeart/2005/8/layout/StepDownProcess"/>
    <dgm:cxn modelId="{5BA01E9B-BCA7-4B93-ABC5-BC64CA2F5EAF}" type="presParOf" srcId="{35D0CA8E-7675-4D50-8DD1-F80F64AE606D}" destId="{F658D72A-BB7C-4477-A680-45047AD5E62E}" srcOrd="0" destOrd="0" presId="urn:microsoft.com/office/officeart/2005/8/layout/StepDownProcess"/>
    <dgm:cxn modelId="{8CE46C6F-7800-4BF3-BE25-BACF94886ABC}" type="presParOf" srcId="{35D0CA8E-7675-4D50-8DD1-F80F64AE606D}" destId="{75B0B848-515D-45A4-A50E-3EDB1D712A02}" srcOrd="1" destOrd="0" presId="urn:microsoft.com/office/officeart/2005/8/layout/StepDownProcess"/>
    <dgm:cxn modelId="{C46EC9EB-ACB1-4CA2-BF6F-215921B11570}" type="presParOf" srcId="{35D0CA8E-7675-4D50-8DD1-F80F64AE606D}" destId="{1745B368-54F4-4BA1-B3FD-E28F455ABDD6}" srcOrd="2" destOrd="0" presId="urn:microsoft.com/office/officeart/2005/8/layout/StepDownProcess"/>
    <dgm:cxn modelId="{BF4BB0F2-D21A-4693-A5D2-9AAE02D6D2B6}" type="presParOf" srcId="{C1D28E99-2426-4815-929C-BB6AB7B80D4A}" destId="{838E0A18-49C2-404E-A108-66A87F96515C}" srcOrd="3" destOrd="0" presId="urn:microsoft.com/office/officeart/2005/8/layout/StepDownProcess"/>
    <dgm:cxn modelId="{D6972609-3354-42EE-9298-C2325E077F8A}" type="presParOf" srcId="{C1D28E99-2426-4815-929C-BB6AB7B80D4A}" destId="{284465C6-DCCF-4B58-A16F-42534F8638BD}" srcOrd="4" destOrd="0" presId="urn:microsoft.com/office/officeart/2005/8/layout/StepDownProcess"/>
    <dgm:cxn modelId="{E8FCAE3D-4100-47E7-A5EA-FC4783FD376F}" type="presParOf" srcId="{284465C6-DCCF-4B58-A16F-42534F8638BD}" destId="{7FA7F9CF-9351-4BD6-92DF-D2B506B4EE40}" srcOrd="0" destOrd="0" presId="urn:microsoft.com/office/officeart/2005/8/layout/StepDownProcess"/>
    <dgm:cxn modelId="{30E082EF-F5A9-4351-88EF-7A6980D36933}" type="presParOf" srcId="{284465C6-DCCF-4B58-A16F-42534F8638BD}" destId="{D77B30A7-8E50-44D5-88A3-B9C1374B7FC2}" srcOrd="1" destOrd="0" presId="urn:microsoft.com/office/officeart/2005/8/layout/StepDownProcess"/>
    <dgm:cxn modelId="{D65FDBAB-F059-436C-8788-04519D05C635}" type="presParOf" srcId="{284465C6-DCCF-4B58-A16F-42534F8638BD}" destId="{A23677BD-4DF4-4F1C-B838-427E68F6A042}" srcOrd="2" destOrd="0" presId="urn:microsoft.com/office/officeart/2005/8/layout/StepDownProcess"/>
    <dgm:cxn modelId="{D27623F1-6086-495F-A0D0-92A72ABB526C}" type="presParOf" srcId="{C1D28E99-2426-4815-929C-BB6AB7B80D4A}" destId="{4E09643E-D3D0-4331-A2DB-A51BA59090B8}" srcOrd="5" destOrd="0" presId="urn:microsoft.com/office/officeart/2005/8/layout/StepDownProcess"/>
    <dgm:cxn modelId="{81550431-843F-4A6F-A77F-485216C10CBC}" type="presParOf" srcId="{C1D28E99-2426-4815-929C-BB6AB7B80D4A}" destId="{B6D4DA93-0263-424C-839C-EBE1E025C067}" srcOrd="6" destOrd="0" presId="urn:microsoft.com/office/officeart/2005/8/layout/StepDownProcess"/>
    <dgm:cxn modelId="{CCB9A599-E0FF-4DF9-A4E5-17E11D6C1ABF}" type="presParOf" srcId="{B6D4DA93-0263-424C-839C-EBE1E025C067}" destId="{DF875F40-7EB0-4FA0-9BF5-17E9BA6D2FDA}" srcOrd="0" destOrd="0" presId="urn:microsoft.com/office/officeart/2005/8/layout/StepDownProcess"/>
    <dgm:cxn modelId="{F07B0B86-C397-42CC-9E8D-5D1ABEBDE95D}" type="presParOf" srcId="{B6D4DA93-0263-424C-839C-EBE1E025C067}" destId="{A510298C-D0FF-45BF-9B82-4A91779CBB1B}" srcOrd="1" destOrd="0" presId="urn:microsoft.com/office/officeart/2005/8/layout/StepDownProcess"/>
    <dgm:cxn modelId="{B69F468F-4D23-4970-B8C5-1395F438413E}" type="presParOf" srcId="{B6D4DA93-0263-424C-839C-EBE1E025C067}" destId="{891384A6-651D-4388-83A7-2CF9AAEFFA83}" srcOrd="2" destOrd="0" presId="urn:microsoft.com/office/officeart/2005/8/layout/StepDownProcess"/>
    <dgm:cxn modelId="{7AD413CB-8EC9-4F52-898C-9DD593392F18}" type="presParOf" srcId="{C1D28E99-2426-4815-929C-BB6AB7B80D4A}" destId="{4B3FC379-CA03-4812-ABB3-318463A729AF}" srcOrd="7" destOrd="0" presId="urn:microsoft.com/office/officeart/2005/8/layout/StepDownProcess"/>
    <dgm:cxn modelId="{54D94F33-3841-4CA6-A215-8F08B6C5C97A}" type="presParOf" srcId="{C1D28E99-2426-4815-929C-BB6AB7B80D4A}" destId="{58B6DFF6-705C-4FA5-ACE3-6DE46462B4CC}" srcOrd="8" destOrd="0" presId="urn:microsoft.com/office/officeart/2005/8/layout/StepDownProcess"/>
    <dgm:cxn modelId="{4D3C6436-D771-4C2F-80E7-4BEA0DBBB9C6}" type="presParOf" srcId="{58B6DFF6-705C-4FA5-ACE3-6DE46462B4CC}" destId="{09072FD6-129C-4EBB-8F27-BBAF2518B01E}" srcOrd="0" destOrd="0" presId="urn:microsoft.com/office/officeart/2005/8/layout/StepDownProcess"/>
    <dgm:cxn modelId="{A3938E6F-571E-49C3-8025-2582E0CFAA6F}" type="presParOf" srcId="{58B6DFF6-705C-4FA5-ACE3-6DE46462B4CC}" destId="{607711F1-7AA9-45B8-8454-66648F2B3999}" srcOrd="1" destOrd="0" presId="urn:microsoft.com/office/officeart/2005/8/layout/StepDownProcess"/>
    <dgm:cxn modelId="{76F8CCF0-70F9-4C1E-A9CB-3E145134B3A2}" type="presParOf" srcId="{58B6DFF6-705C-4FA5-ACE3-6DE46462B4CC}" destId="{5117201C-9A52-4597-86FA-C29506683C67}" srcOrd="2" destOrd="0" presId="urn:microsoft.com/office/officeart/2005/8/layout/StepDownProcess"/>
    <dgm:cxn modelId="{DBE728CB-C156-433A-8C6D-7D920457FD5B}" type="presParOf" srcId="{C1D28E99-2426-4815-929C-BB6AB7B80D4A}" destId="{1367C3C9-2979-4848-AC30-6B436FEAB2BE}" srcOrd="9" destOrd="0" presId="urn:microsoft.com/office/officeart/2005/8/layout/StepDownProcess"/>
    <dgm:cxn modelId="{0B512333-45B7-4478-94CE-8A1C2F1E3819}" type="presParOf" srcId="{C1D28E99-2426-4815-929C-BB6AB7B80D4A}" destId="{36966158-78E8-4771-B9ED-B572E4243D24}" srcOrd="10" destOrd="0" presId="urn:microsoft.com/office/officeart/2005/8/layout/StepDownProcess"/>
    <dgm:cxn modelId="{8A463C21-6EB8-40C1-BA36-621ABF795ECB}" type="presParOf" srcId="{36966158-78E8-4771-B9ED-B572E4243D24}" destId="{AE7BCADD-B160-43E7-9C17-5DBD2217881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F29099-49B5-49BB-B0D1-91FCCA49D69D}" type="doc">
      <dgm:prSet loTypeId="urn:microsoft.com/office/officeart/2005/8/layout/StepDownProcess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134D6A5-3952-4B7B-80B2-F456163490BA}">
      <dgm:prSet phldrT="[Texto]"/>
      <dgm:spPr/>
      <dgm:t>
        <a:bodyPr/>
        <a:lstStyle/>
        <a:p>
          <a:r>
            <a:rPr lang="es-ES" dirty="0"/>
            <a:t>casa</a:t>
          </a:r>
        </a:p>
      </dgm:t>
    </dgm:pt>
    <dgm:pt modelId="{FD20094C-7232-4D27-9957-D446031B7872}" type="parTrans" cxnId="{9088FDB6-B85F-4B80-8F26-E9C51B292109}">
      <dgm:prSet/>
      <dgm:spPr/>
      <dgm:t>
        <a:bodyPr/>
        <a:lstStyle/>
        <a:p>
          <a:endParaRPr lang="es-ES"/>
        </a:p>
      </dgm:t>
    </dgm:pt>
    <dgm:pt modelId="{C4601D7C-A80A-46CF-99BF-D3B13D8AC408}" type="sibTrans" cxnId="{9088FDB6-B85F-4B80-8F26-E9C51B292109}">
      <dgm:prSet/>
      <dgm:spPr/>
      <dgm:t>
        <a:bodyPr/>
        <a:lstStyle/>
        <a:p>
          <a:endParaRPr lang="es-ES"/>
        </a:p>
      </dgm:t>
    </dgm:pt>
    <dgm:pt modelId="{9D7053E9-DB92-466D-98B8-B9941C9A71A6}">
      <dgm:prSet phldrT="[Texto]"/>
      <dgm:spPr/>
      <dgm:t>
        <a:bodyPr/>
        <a:lstStyle/>
        <a:p>
          <a:r>
            <a:rPr lang="es-ES" dirty="0"/>
            <a:t>cosa</a:t>
          </a:r>
        </a:p>
      </dgm:t>
    </dgm:pt>
    <dgm:pt modelId="{D7ECB277-F86B-4B6A-BCCB-1882755888DD}" type="parTrans" cxnId="{570E7119-1F12-44F6-AF22-0FB243647523}">
      <dgm:prSet/>
      <dgm:spPr/>
      <dgm:t>
        <a:bodyPr/>
        <a:lstStyle/>
        <a:p>
          <a:endParaRPr lang="es-ES"/>
        </a:p>
      </dgm:t>
    </dgm:pt>
    <dgm:pt modelId="{E8C9C3E6-6297-4A6E-A592-D21778EB0F9D}" type="sibTrans" cxnId="{570E7119-1F12-44F6-AF22-0FB243647523}">
      <dgm:prSet/>
      <dgm:spPr/>
      <dgm:t>
        <a:bodyPr/>
        <a:lstStyle/>
        <a:p>
          <a:endParaRPr lang="es-ES"/>
        </a:p>
      </dgm:t>
    </dgm:pt>
    <dgm:pt modelId="{5A3BC536-7793-40F1-9C58-722216831AEC}">
      <dgm:prSet phldrT="[Texto]"/>
      <dgm:spPr/>
      <dgm:t>
        <a:bodyPr/>
        <a:lstStyle/>
        <a:p>
          <a:r>
            <a:rPr lang="es-ES" dirty="0"/>
            <a:t>costa</a:t>
          </a:r>
        </a:p>
      </dgm:t>
    </dgm:pt>
    <dgm:pt modelId="{C138AE13-6904-409D-BACA-B9FF86C94A9F}" type="parTrans" cxnId="{8488DC7F-2854-42E4-B7F5-F07663EA66E8}">
      <dgm:prSet/>
      <dgm:spPr/>
      <dgm:t>
        <a:bodyPr/>
        <a:lstStyle/>
        <a:p>
          <a:endParaRPr lang="es-ES"/>
        </a:p>
      </dgm:t>
    </dgm:pt>
    <dgm:pt modelId="{1713EF88-9298-4701-8418-CC418E6D2A2E}" type="sibTrans" cxnId="{8488DC7F-2854-42E4-B7F5-F07663EA66E8}">
      <dgm:prSet/>
      <dgm:spPr/>
      <dgm:t>
        <a:bodyPr/>
        <a:lstStyle/>
        <a:p>
          <a:endParaRPr lang="es-ES"/>
        </a:p>
      </dgm:t>
    </dgm:pt>
    <dgm:pt modelId="{7985313E-DB36-42E8-B3B1-58CC5D256F2C}">
      <dgm:prSet phldrT="[Texto]"/>
      <dgm:spPr/>
      <dgm:t>
        <a:bodyPr/>
        <a:lstStyle/>
        <a:p>
          <a:r>
            <a:rPr lang="es-ES" dirty="0"/>
            <a:t>cesta</a:t>
          </a:r>
        </a:p>
      </dgm:t>
    </dgm:pt>
    <dgm:pt modelId="{7AFAA40D-6B91-44C5-BECB-EA9580804E5C}" type="parTrans" cxnId="{2BD150CA-6BD8-4526-9A6C-57C82E53114F}">
      <dgm:prSet/>
      <dgm:spPr/>
      <dgm:t>
        <a:bodyPr/>
        <a:lstStyle/>
        <a:p>
          <a:endParaRPr lang="es-ES"/>
        </a:p>
      </dgm:t>
    </dgm:pt>
    <dgm:pt modelId="{A39779A7-72CC-4460-8B42-B53B4CCBD4CC}" type="sibTrans" cxnId="{2BD150CA-6BD8-4526-9A6C-57C82E53114F}">
      <dgm:prSet/>
      <dgm:spPr/>
      <dgm:t>
        <a:bodyPr/>
        <a:lstStyle/>
        <a:p>
          <a:endParaRPr lang="es-ES"/>
        </a:p>
      </dgm:t>
    </dgm:pt>
    <dgm:pt modelId="{9C03862C-BC7C-45E3-B01C-5009D9801B95}">
      <dgm:prSet phldrT="[Texto]"/>
      <dgm:spPr/>
      <dgm:t>
        <a:bodyPr/>
        <a:lstStyle/>
        <a:p>
          <a:r>
            <a:rPr lang="es-ES" dirty="0"/>
            <a:t>esta</a:t>
          </a:r>
        </a:p>
      </dgm:t>
    </dgm:pt>
    <dgm:pt modelId="{BBB6DCBC-442A-4524-AA1E-77154EBC7F98}" type="parTrans" cxnId="{5053E76F-18CB-415E-A916-2087E4EBD817}">
      <dgm:prSet/>
      <dgm:spPr/>
      <dgm:t>
        <a:bodyPr/>
        <a:lstStyle/>
        <a:p>
          <a:endParaRPr lang="es-ES"/>
        </a:p>
      </dgm:t>
    </dgm:pt>
    <dgm:pt modelId="{0D814BA3-1645-4E6F-B4FD-B7194B7FB6DE}" type="sibTrans" cxnId="{5053E76F-18CB-415E-A916-2087E4EBD817}">
      <dgm:prSet/>
      <dgm:spPr/>
      <dgm:t>
        <a:bodyPr/>
        <a:lstStyle/>
        <a:p>
          <a:endParaRPr lang="es-ES"/>
        </a:p>
      </dgm:t>
    </dgm:pt>
    <dgm:pt modelId="{28BB484B-0A19-4C64-BDBE-23BBE4722C0A}">
      <dgm:prSet/>
      <dgm:spPr/>
      <dgm:t>
        <a:bodyPr/>
        <a:lstStyle/>
        <a:p>
          <a:r>
            <a:rPr lang="es-ES" dirty="0"/>
            <a:t>resta</a:t>
          </a:r>
        </a:p>
      </dgm:t>
    </dgm:pt>
    <dgm:pt modelId="{A12C1E3A-6A5E-487B-9CC4-FA533BB9AFF4}" type="parTrans" cxnId="{3632E108-8245-4BBF-A89C-16529FF9F1B2}">
      <dgm:prSet/>
      <dgm:spPr/>
      <dgm:t>
        <a:bodyPr/>
        <a:lstStyle/>
        <a:p>
          <a:endParaRPr lang="es-ES"/>
        </a:p>
      </dgm:t>
    </dgm:pt>
    <dgm:pt modelId="{7A8AFDEB-578F-42F8-8C09-95427D3621F8}" type="sibTrans" cxnId="{3632E108-8245-4BBF-A89C-16529FF9F1B2}">
      <dgm:prSet/>
      <dgm:spPr/>
      <dgm:t>
        <a:bodyPr/>
        <a:lstStyle/>
        <a:p>
          <a:endParaRPr lang="es-ES"/>
        </a:p>
      </dgm:t>
    </dgm:pt>
    <dgm:pt modelId="{C1D28E99-2426-4815-929C-BB6AB7B80D4A}" type="pres">
      <dgm:prSet presAssocID="{9AF29099-49B5-49BB-B0D1-91FCCA49D69D}" presName="rootnode" presStyleCnt="0">
        <dgm:presLayoutVars>
          <dgm:chMax/>
          <dgm:chPref/>
          <dgm:dir/>
          <dgm:animLvl val="lvl"/>
        </dgm:presLayoutVars>
      </dgm:prSet>
      <dgm:spPr/>
    </dgm:pt>
    <dgm:pt modelId="{8E09D27F-0ABA-4741-920B-140C6D480B9D}" type="pres">
      <dgm:prSet presAssocID="{E134D6A5-3952-4B7B-80B2-F456163490BA}" presName="composite" presStyleCnt="0"/>
      <dgm:spPr/>
    </dgm:pt>
    <dgm:pt modelId="{C02CEBA7-FACA-4AE4-AF2D-29A719B80E34}" type="pres">
      <dgm:prSet presAssocID="{E134D6A5-3952-4B7B-80B2-F456163490BA}" presName="bentUpArrow1" presStyleLbl="alignImgPlace1" presStyleIdx="0" presStyleCnt="5"/>
      <dgm:spPr/>
    </dgm:pt>
    <dgm:pt modelId="{AEBADD61-4A79-423A-8F37-DB73EF65D4A2}" type="pres">
      <dgm:prSet presAssocID="{E134D6A5-3952-4B7B-80B2-F456163490BA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FDFDFFA9-0E84-46FA-86D3-957D9753E16B}" type="pres">
      <dgm:prSet presAssocID="{E134D6A5-3952-4B7B-80B2-F456163490BA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54D3B24F-8DB9-4C7C-8AC5-C7DA8C5BB704}" type="pres">
      <dgm:prSet presAssocID="{C4601D7C-A80A-46CF-99BF-D3B13D8AC408}" presName="sibTrans" presStyleCnt="0"/>
      <dgm:spPr/>
    </dgm:pt>
    <dgm:pt modelId="{35D0CA8E-7675-4D50-8DD1-F80F64AE606D}" type="pres">
      <dgm:prSet presAssocID="{9D7053E9-DB92-466D-98B8-B9941C9A71A6}" presName="composite" presStyleCnt="0"/>
      <dgm:spPr/>
    </dgm:pt>
    <dgm:pt modelId="{F658D72A-BB7C-4477-A680-45047AD5E62E}" type="pres">
      <dgm:prSet presAssocID="{9D7053E9-DB92-466D-98B8-B9941C9A71A6}" presName="bentUpArrow1" presStyleLbl="alignImgPlace1" presStyleIdx="1" presStyleCnt="5"/>
      <dgm:spPr/>
    </dgm:pt>
    <dgm:pt modelId="{75B0B848-515D-45A4-A50E-3EDB1D712A02}" type="pres">
      <dgm:prSet presAssocID="{9D7053E9-DB92-466D-98B8-B9941C9A71A6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1745B368-54F4-4BA1-B3FD-E28F455ABDD6}" type="pres">
      <dgm:prSet presAssocID="{9D7053E9-DB92-466D-98B8-B9941C9A71A6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838E0A18-49C2-404E-A108-66A87F96515C}" type="pres">
      <dgm:prSet presAssocID="{E8C9C3E6-6297-4A6E-A592-D21778EB0F9D}" presName="sibTrans" presStyleCnt="0"/>
      <dgm:spPr/>
    </dgm:pt>
    <dgm:pt modelId="{284465C6-DCCF-4B58-A16F-42534F8638BD}" type="pres">
      <dgm:prSet presAssocID="{5A3BC536-7793-40F1-9C58-722216831AEC}" presName="composite" presStyleCnt="0"/>
      <dgm:spPr/>
    </dgm:pt>
    <dgm:pt modelId="{7FA7F9CF-9351-4BD6-92DF-D2B506B4EE40}" type="pres">
      <dgm:prSet presAssocID="{5A3BC536-7793-40F1-9C58-722216831AEC}" presName="bentUpArrow1" presStyleLbl="alignImgPlace1" presStyleIdx="2" presStyleCnt="5"/>
      <dgm:spPr/>
    </dgm:pt>
    <dgm:pt modelId="{D77B30A7-8E50-44D5-88A3-B9C1374B7FC2}" type="pres">
      <dgm:prSet presAssocID="{5A3BC536-7793-40F1-9C58-722216831AEC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A23677BD-4DF4-4F1C-B838-427E68F6A042}" type="pres">
      <dgm:prSet presAssocID="{5A3BC536-7793-40F1-9C58-722216831AEC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E09643E-D3D0-4331-A2DB-A51BA59090B8}" type="pres">
      <dgm:prSet presAssocID="{1713EF88-9298-4701-8418-CC418E6D2A2E}" presName="sibTrans" presStyleCnt="0"/>
      <dgm:spPr/>
    </dgm:pt>
    <dgm:pt modelId="{B6D4DA93-0263-424C-839C-EBE1E025C067}" type="pres">
      <dgm:prSet presAssocID="{7985313E-DB36-42E8-B3B1-58CC5D256F2C}" presName="composite" presStyleCnt="0"/>
      <dgm:spPr/>
    </dgm:pt>
    <dgm:pt modelId="{DF875F40-7EB0-4FA0-9BF5-17E9BA6D2FDA}" type="pres">
      <dgm:prSet presAssocID="{7985313E-DB36-42E8-B3B1-58CC5D256F2C}" presName="bentUpArrow1" presStyleLbl="alignImgPlace1" presStyleIdx="3" presStyleCnt="5"/>
      <dgm:spPr/>
    </dgm:pt>
    <dgm:pt modelId="{A510298C-D0FF-45BF-9B82-4A91779CBB1B}" type="pres">
      <dgm:prSet presAssocID="{7985313E-DB36-42E8-B3B1-58CC5D256F2C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891384A6-651D-4388-83A7-2CF9AAEFFA83}" type="pres">
      <dgm:prSet presAssocID="{7985313E-DB36-42E8-B3B1-58CC5D256F2C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B3FC379-CA03-4812-ABB3-318463A729AF}" type="pres">
      <dgm:prSet presAssocID="{A39779A7-72CC-4460-8B42-B53B4CCBD4CC}" presName="sibTrans" presStyleCnt="0"/>
      <dgm:spPr/>
    </dgm:pt>
    <dgm:pt modelId="{58B6DFF6-705C-4FA5-ACE3-6DE46462B4CC}" type="pres">
      <dgm:prSet presAssocID="{9C03862C-BC7C-45E3-B01C-5009D9801B95}" presName="composite" presStyleCnt="0"/>
      <dgm:spPr/>
    </dgm:pt>
    <dgm:pt modelId="{09072FD6-129C-4EBB-8F27-BBAF2518B01E}" type="pres">
      <dgm:prSet presAssocID="{9C03862C-BC7C-45E3-B01C-5009D9801B95}" presName="bentUpArrow1" presStyleLbl="alignImgPlace1" presStyleIdx="4" presStyleCnt="5"/>
      <dgm:spPr/>
    </dgm:pt>
    <dgm:pt modelId="{607711F1-7AA9-45B8-8454-66648F2B3999}" type="pres">
      <dgm:prSet presAssocID="{9C03862C-BC7C-45E3-B01C-5009D9801B95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5117201C-9A52-4597-86FA-C29506683C67}" type="pres">
      <dgm:prSet presAssocID="{9C03862C-BC7C-45E3-B01C-5009D9801B95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1367C3C9-2979-4848-AC30-6B436FEAB2BE}" type="pres">
      <dgm:prSet presAssocID="{0D814BA3-1645-4E6F-B4FD-B7194B7FB6DE}" presName="sibTrans" presStyleCnt="0"/>
      <dgm:spPr/>
    </dgm:pt>
    <dgm:pt modelId="{36966158-78E8-4771-B9ED-B572E4243D24}" type="pres">
      <dgm:prSet presAssocID="{28BB484B-0A19-4C64-BDBE-23BBE4722C0A}" presName="composite" presStyleCnt="0"/>
      <dgm:spPr/>
    </dgm:pt>
    <dgm:pt modelId="{AE7BCADD-B160-43E7-9C17-5DBD22178810}" type="pres">
      <dgm:prSet presAssocID="{28BB484B-0A19-4C64-BDBE-23BBE4722C0A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57F0EB01-23A0-4A67-818A-A98BBF3B5BDD}" type="presOf" srcId="{7985313E-DB36-42E8-B3B1-58CC5D256F2C}" destId="{A510298C-D0FF-45BF-9B82-4A91779CBB1B}" srcOrd="0" destOrd="0" presId="urn:microsoft.com/office/officeart/2005/8/layout/StepDownProcess"/>
    <dgm:cxn modelId="{3632E108-8245-4BBF-A89C-16529FF9F1B2}" srcId="{9AF29099-49B5-49BB-B0D1-91FCCA49D69D}" destId="{28BB484B-0A19-4C64-BDBE-23BBE4722C0A}" srcOrd="5" destOrd="0" parTransId="{A12C1E3A-6A5E-487B-9CC4-FA533BB9AFF4}" sibTransId="{7A8AFDEB-578F-42F8-8C09-95427D3621F8}"/>
    <dgm:cxn modelId="{D9310611-EDB3-443D-9237-7C2551872BEA}" type="presOf" srcId="{28BB484B-0A19-4C64-BDBE-23BBE4722C0A}" destId="{AE7BCADD-B160-43E7-9C17-5DBD22178810}" srcOrd="0" destOrd="0" presId="urn:microsoft.com/office/officeart/2005/8/layout/StepDownProcess"/>
    <dgm:cxn modelId="{570E7119-1F12-44F6-AF22-0FB243647523}" srcId="{9AF29099-49B5-49BB-B0D1-91FCCA49D69D}" destId="{9D7053E9-DB92-466D-98B8-B9941C9A71A6}" srcOrd="1" destOrd="0" parTransId="{D7ECB277-F86B-4B6A-BCCB-1882755888DD}" sibTransId="{E8C9C3E6-6297-4A6E-A592-D21778EB0F9D}"/>
    <dgm:cxn modelId="{59FBFA64-C0C9-480B-A27E-C244A10E693D}" type="presOf" srcId="{9C03862C-BC7C-45E3-B01C-5009D9801B95}" destId="{607711F1-7AA9-45B8-8454-66648F2B3999}" srcOrd="0" destOrd="0" presId="urn:microsoft.com/office/officeart/2005/8/layout/StepDownProcess"/>
    <dgm:cxn modelId="{5053E76F-18CB-415E-A916-2087E4EBD817}" srcId="{9AF29099-49B5-49BB-B0D1-91FCCA49D69D}" destId="{9C03862C-BC7C-45E3-B01C-5009D9801B95}" srcOrd="4" destOrd="0" parTransId="{BBB6DCBC-442A-4524-AA1E-77154EBC7F98}" sibTransId="{0D814BA3-1645-4E6F-B4FD-B7194B7FB6DE}"/>
    <dgm:cxn modelId="{8488DC7F-2854-42E4-B7F5-F07663EA66E8}" srcId="{9AF29099-49B5-49BB-B0D1-91FCCA49D69D}" destId="{5A3BC536-7793-40F1-9C58-722216831AEC}" srcOrd="2" destOrd="0" parTransId="{C138AE13-6904-409D-BACA-B9FF86C94A9F}" sibTransId="{1713EF88-9298-4701-8418-CC418E6D2A2E}"/>
    <dgm:cxn modelId="{419B3293-8022-48F1-930D-A810A6FA905F}" type="presOf" srcId="{9AF29099-49B5-49BB-B0D1-91FCCA49D69D}" destId="{C1D28E99-2426-4815-929C-BB6AB7B80D4A}" srcOrd="0" destOrd="0" presId="urn:microsoft.com/office/officeart/2005/8/layout/StepDownProcess"/>
    <dgm:cxn modelId="{9FE15BB5-3054-4D1F-A5AB-0C6E1D79EA55}" type="presOf" srcId="{E134D6A5-3952-4B7B-80B2-F456163490BA}" destId="{AEBADD61-4A79-423A-8F37-DB73EF65D4A2}" srcOrd="0" destOrd="0" presId="urn:microsoft.com/office/officeart/2005/8/layout/StepDownProcess"/>
    <dgm:cxn modelId="{9088FDB6-B85F-4B80-8F26-E9C51B292109}" srcId="{9AF29099-49B5-49BB-B0D1-91FCCA49D69D}" destId="{E134D6A5-3952-4B7B-80B2-F456163490BA}" srcOrd="0" destOrd="0" parTransId="{FD20094C-7232-4D27-9957-D446031B7872}" sibTransId="{C4601D7C-A80A-46CF-99BF-D3B13D8AC408}"/>
    <dgm:cxn modelId="{845053C0-544D-4111-BDC5-EC9BAD3BF413}" type="presOf" srcId="{9D7053E9-DB92-466D-98B8-B9941C9A71A6}" destId="{75B0B848-515D-45A4-A50E-3EDB1D712A02}" srcOrd="0" destOrd="0" presId="urn:microsoft.com/office/officeart/2005/8/layout/StepDownProcess"/>
    <dgm:cxn modelId="{2BD150CA-6BD8-4526-9A6C-57C82E53114F}" srcId="{9AF29099-49B5-49BB-B0D1-91FCCA49D69D}" destId="{7985313E-DB36-42E8-B3B1-58CC5D256F2C}" srcOrd="3" destOrd="0" parTransId="{7AFAA40D-6B91-44C5-BECB-EA9580804E5C}" sibTransId="{A39779A7-72CC-4460-8B42-B53B4CCBD4CC}"/>
    <dgm:cxn modelId="{A160B5EC-8C30-4C49-92B3-3F3E355BEDA8}" type="presOf" srcId="{5A3BC536-7793-40F1-9C58-722216831AEC}" destId="{D77B30A7-8E50-44D5-88A3-B9C1374B7FC2}" srcOrd="0" destOrd="0" presId="urn:microsoft.com/office/officeart/2005/8/layout/StepDownProcess"/>
    <dgm:cxn modelId="{91A6258D-8DFB-43D3-A7BA-F44926E2ED2C}" type="presParOf" srcId="{C1D28E99-2426-4815-929C-BB6AB7B80D4A}" destId="{8E09D27F-0ABA-4741-920B-140C6D480B9D}" srcOrd="0" destOrd="0" presId="urn:microsoft.com/office/officeart/2005/8/layout/StepDownProcess"/>
    <dgm:cxn modelId="{3B189B4C-C5A9-46F8-986A-344B66934C2E}" type="presParOf" srcId="{8E09D27F-0ABA-4741-920B-140C6D480B9D}" destId="{C02CEBA7-FACA-4AE4-AF2D-29A719B80E34}" srcOrd="0" destOrd="0" presId="urn:microsoft.com/office/officeart/2005/8/layout/StepDownProcess"/>
    <dgm:cxn modelId="{F582D6DA-6233-4A70-A83B-3967DF821E90}" type="presParOf" srcId="{8E09D27F-0ABA-4741-920B-140C6D480B9D}" destId="{AEBADD61-4A79-423A-8F37-DB73EF65D4A2}" srcOrd="1" destOrd="0" presId="urn:microsoft.com/office/officeart/2005/8/layout/StepDownProcess"/>
    <dgm:cxn modelId="{5B2D6D6F-1FDD-46FC-A727-E0C6AEECF12F}" type="presParOf" srcId="{8E09D27F-0ABA-4741-920B-140C6D480B9D}" destId="{FDFDFFA9-0E84-46FA-86D3-957D9753E16B}" srcOrd="2" destOrd="0" presId="urn:microsoft.com/office/officeart/2005/8/layout/StepDownProcess"/>
    <dgm:cxn modelId="{5525353D-963B-44B6-AA2D-C2130FACFAEF}" type="presParOf" srcId="{C1D28E99-2426-4815-929C-BB6AB7B80D4A}" destId="{54D3B24F-8DB9-4C7C-8AC5-C7DA8C5BB704}" srcOrd="1" destOrd="0" presId="urn:microsoft.com/office/officeart/2005/8/layout/StepDownProcess"/>
    <dgm:cxn modelId="{B0D03987-2997-43D9-936E-63570ED1BD5A}" type="presParOf" srcId="{C1D28E99-2426-4815-929C-BB6AB7B80D4A}" destId="{35D0CA8E-7675-4D50-8DD1-F80F64AE606D}" srcOrd="2" destOrd="0" presId="urn:microsoft.com/office/officeart/2005/8/layout/StepDownProcess"/>
    <dgm:cxn modelId="{5BA01E9B-BCA7-4B93-ABC5-BC64CA2F5EAF}" type="presParOf" srcId="{35D0CA8E-7675-4D50-8DD1-F80F64AE606D}" destId="{F658D72A-BB7C-4477-A680-45047AD5E62E}" srcOrd="0" destOrd="0" presId="urn:microsoft.com/office/officeart/2005/8/layout/StepDownProcess"/>
    <dgm:cxn modelId="{8CE46C6F-7800-4BF3-BE25-BACF94886ABC}" type="presParOf" srcId="{35D0CA8E-7675-4D50-8DD1-F80F64AE606D}" destId="{75B0B848-515D-45A4-A50E-3EDB1D712A02}" srcOrd="1" destOrd="0" presId="urn:microsoft.com/office/officeart/2005/8/layout/StepDownProcess"/>
    <dgm:cxn modelId="{C46EC9EB-ACB1-4CA2-BF6F-215921B11570}" type="presParOf" srcId="{35D0CA8E-7675-4D50-8DD1-F80F64AE606D}" destId="{1745B368-54F4-4BA1-B3FD-E28F455ABDD6}" srcOrd="2" destOrd="0" presId="urn:microsoft.com/office/officeart/2005/8/layout/StepDownProcess"/>
    <dgm:cxn modelId="{BF4BB0F2-D21A-4693-A5D2-9AAE02D6D2B6}" type="presParOf" srcId="{C1D28E99-2426-4815-929C-BB6AB7B80D4A}" destId="{838E0A18-49C2-404E-A108-66A87F96515C}" srcOrd="3" destOrd="0" presId="urn:microsoft.com/office/officeart/2005/8/layout/StepDownProcess"/>
    <dgm:cxn modelId="{D6972609-3354-42EE-9298-C2325E077F8A}" type="presParOf" srcId="{C1D28E99-2426-4815-929C-BB6AB7B80D4A}" destId="{284465C6-DCCF-4B58-A16F-42534F8638BD}" srcOrd="4" destOrd="0" presId="urn:microsoft.com/office/officeart/2005/8/layout/StepDownProcess"/>
    <dgm:cxn modelId="{E8FCAE3D-4100-47E7-A5EA-FC4783FD376F}" type="presParOf" srcId="{284465C6-DCCF-4B58-A16F-42534F8638BD}" destId="{7FA7F9CF-9351-4BD6-92DF-D2B506B4EE40}" srcOrd="0" destOrd="0" presId="urn:microsoft.com/office/officeart/2005/8/layout/StepDownProcess"/>
    <dgm:cxn modelId="{30E082EF-F5A9-4351-88EF-7A6980D36933}" type="presParOf" srcId="{284465C6-DCCF-4B58-A16F-42534F8638BD}" destId="{D77B30A7-8E50-44D5-88A3-B9C1374B7FC2}" srcOrd="1" destOrd="0" presId="urn:microsoft.com/office/officeart/2005/8/layout/StepDownProcess"/>
    <dgm:cxn modelId="{D65FDBAB-F059-436C-8788-04519D05C635}" type="presParOf" srcId="{284465C6-DCCF-4B58-A16F-42534F8638BD}" destId="{A23677BD-4DF4-4F1C-B838-427E68F6A042}" srcOrd="2" destOrd="0" presId="urn:microsoft.com/office/officeart/2005/8/layout/StepDownProcess"/>
    <dgm:cxn modelId="{D27623F1-6086-495F-A0D0-92A72ABB526C}" type="presParOf" srcId="{C1D28E99-2426-4815-929C-BB6AB7B80D4A}" destId="{4E09643E-D3D0-4331-A2DB-A51BA59090B8}" srcOrd="5" destOrd="0" presId="urn:microsoft.com/office/officeart/2005/8/layout/StepDownProcess"/>
    <dgm:cxn modelId="{81550431-843F-4A6F-A77F-485216C10CBC}" type="presParOf" srcId="{C1D28E99-2426-4815-929C-BB6AB7B80D4A}" destId="{B6D4DA93-0263-424C-839C-EBE1E025C067}" srcOrd="6" destOrd="0" presId="urn:microsoft.com/office/officeart/2005/8/layout/StepDownProcess"/>
    <dgm:cxn modelId="{CCB9A599-E0FF-4DF9-A4E5-17E11D6C1ABF}" type="presParOf" srcId="{B6D4DA93-0263-424C-839C-EBE1E025C067}" destId="{DF875F40-7EB0-4FA0-9BF5-17E9BA6D2FDA}" srcOrd="0" destOrd="0" presId="urn:microsoft.com/office/officeart/2005/8/layout/StepDownProcess"/>
    <dgm:cxn modelId="{F07B0B86-C397-42CC-9E8D-5D1ABEBDE95D}" type="presParOf" srcId="{B6D4DA93-0263-424C-839C-EBE1E025C067}" destId="{A510298C-D0FF-45BF-9B82-4A91779CBB1B}" srcOrd="1" destOrd="0" presId="urn:microsoft.com/office/officeart/2005/8/layout/StepDownProcess"/>
    <dgm:cxn modelId="{B69F468F-4D23-4970-B8C5-1395F438413E}" type="presParOf" srcId="{B6D4DA93-0263-424C-839C-EBE1E025C067}" destId="{891384A6-651D-4388-83A7-2CF9AAEFFA83}" srcOrd="2" destOrd="0" presId="urn:microsoft.com/office/officeart/2005/8/layout/StepDownProcess"/>
    <dgm:cxn modelId="{7AD413CB-8EC9-4F52-898C-9DD593392F18}" type="presParOf" srcId="{C1D28E99-2426-4815-929C-BB6AB7B80D4A}" destId="{4B3FC379-CA03-4812-ABB3-318463A729AF}" srcOrd="7" destOrd="0" presId="urn:microsoft.com/office/officeart/2005/8/layout/StepDownProcess"/>
    <dgm:cxn modelId="{54D94F33-3841-4CA6-A215-8F08B6C5C97A}" type="presParOf" srcId="{C1D28E99-2426-4815-929C-BB6AB7B80D4A}" destId="{58B6DFF6-705C-4FA5-ACE3-6DE46462B4CC}" srcOrd="8" destOrd="0" presId="urn:microsoft.com/office/officeart/2005/8/layout/StepDownProcess"/>
    <dgm:cxn modelId="{4D3C6436-D771-4C2F-80E7-4BEA0DBBB9C6}" type="presParOf" srcId="{58B6DFF6-705C-4FA5-ACE3-6DE46462B4CC}" destId="{09072FD6-129C-4EBB-8F27-BBAF2518B01E}" srcOrd="0" destOrd="0" presId="urn:microsoft.com/office/officeart/2005/8/layout/StepDownProcess"/>
    <dgm:cxn modelId="{A3938E6F-571E-49C3-8025-2582E0CFAA6F}" type="presParOf" srcId="{58B6DFF6-705C-4FA5-ACE3-6DE46462B4CC}" destId="{607711F1-7AA9-45B8-8454-66648F2B3999}" srcOrd="1" destOrd="0" presId="urn:microsoft.com/office/officeart/2005/8/layout/StepDownProcess"/>
    <dgm:cxn modelId="{76F8CCF0-70F9-4C1E-A9CB-3E145134B3A2}" type="presParOf" srcId="{58B6DFF6-705C-4FA5-ACE3-6DE46462B4CC}" destId="{5117201C-9A52-4597-86FA-C29506683C67}" srcOrd="2" destOrd="0" presId="urn:microsoft.com/office/officeart/2005/8/layout/StepDownProcess"/>
    <dgm:cxn modelId="{DBE728CB-C156-433A-8C6D-7D920457FD5B}" type="presParOf" srcId="{C1D28E99-2426-4815-929C-BB6AB7B80D4A}" destId="{1367C3C9-2979-4848-AC30-6B436FEAB2BE}" srcOrd="9" destOrd="0" presId="urn:microsoft.com/office/officeart/2005/8/layout/StepDownProcess"/>
    <dgm:cxn modelId="{0B512333-45B7-4478-94CE-8A1C2F1E3819}" type="presParOf" srcId="{C1D28E99-2426-4815-929C-BB6AB7B80D4A}" destId="{36966158-78E8-4771-B9ED-B572E4243D24}" srcOrd="10" destOrd="0" presId="urn:microsoft.com/office/officeart/2005/8/layout/StepDownProcess"/>
    <dgm:cxn modelId="{8A463C21-6EB8-40C1-BA36-621ABF795ECB}" type="presParOf" srcId="{36966158-78E8-4771-B9ED-B572E4243D24}" destId="{AE7BCADD-B160-43E7-9C17-5DBD2217881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CEBA7-FACA-4AE4-AF2D-29A719B80E34}">
      <dsp:nvSpPr>
        <dsp:cNvPr id="0" name=""/>
        <dsp:cNvSpPr/>
      </dsp:nvSpPr>
      <dsp:spPr>
        <a:xfrm rot="5400000">
          <a:off x="3257655" y="774148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BADD61-4A79-423A-8F37-DB73EF65D4A2}">
      <dsp:nvSpPr>
        <dsp:cNvPr id="0" name=""/>
        <dsp:cNvSpPr/>
      </dsp:nvSpPr>
      <dsp:spPr>
        <a:xfrm>
          <a:off x="3006869" y="41127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0" i="0" kern="1200" dirty="0"/>
            <a:t>techo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0" i="0" kern="1200" dirty="0"/>
            <a:t>/'te tʃo/</a:t>
          </a:r>
          <a:endParaRPr lang="es-ES" sz="1700" kern="1200" dirty="0"/>
        </a:p>
      </dsp:txBody>
      <dsp:txXfrm>
        <a:off x="3045206" y="79464"/>
        <a:ext cx="1045098" cy="708530"/>
      </dsp:txXfrm>
    </dsp:sp>
    <dsp:sp modelId="{FDFDFFA9-0E84-46FA-86D3-957D9753E16B}">
      <dsp:nvSpPr>
        <dsp:cNvPr id="0" name=""/>
        <dsp:cNvSpPr/>
      </dsp:nvSpPr>
      <dsp:spPr>
        <a:xfrm>
          <a:off x="4202880" y="110352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8D72A-BB7C-4477-A680-45047AD5E62E}">
      <dsp:nvSpPr>
        <dsp:cNvPr id="0" name=""/>
        <dsp:cNvSpPr/>
      </dsp:nvSpPr>
      <dsp:spPr>
        <a:xfrm rot="5400000">
          <a:off x="4187724" y="1656192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260139"/>
            <a:satOff val="1289"/>
            <a:lumOff val="33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5B0B848-515D-45A4-A50E-3EDB1D712A02}">
      <dsp:nvSpPr>
        <dsp:cNvPr id="0" name=""/>
        <dsp:cNvSpPr/>
      </dsp:nvSpPr>
      <dsp:spPr>
        <a:xfrm>
          <a:off x="4011176" y="917509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213474"/>
                <a:satOff val="1148"/>
                <a:lumOff val="1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13474"/>
                <a:satOff val="1148"/>
                <a:lumOff val="1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13474"/>
                <a:satOff val="1148"/>
                <a:lumOff val="1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Teso</a:t>
          </a:r>
          <a:endParaRPr lang="es-ES" sz="1700" b="0" i="0" u="none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/'te so/</a:t>
          </a:r>
          <a:endParaRPr lang="es-ES" sz="1700" kern="1200" dirty="0"/>
        </a:p>
      </dsp:txBody>
      <dsp:txXfrm>
        <a:off x="4049513" y="955846"/>
        <a:ext cx="1045098" cy="708530"/>
      </dsp:txXfrm>
    </dsp:sp>
    <dsp:sp modelId="{1745B368-54F4-4BA1-B3FD-E28F455ABDD6}">
      <dsp:nvSpPr>
        <dsp:cNvPr id="0" name=""/>
        <dsp:cNvSpPr/>
      </dsp:nvSpPr>
      <dsp:spPr>
        <a:xfrm>
          <a:off x="5132949" y="992396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7F9CF-9351-4BD6-92DF-D2B506B4EE40}">
      <dsp:nvSpPr>
        <dsp:cNvPr id="0" name=""/>
        <dsp:cNvSpPr/>
      </dsp:nvSpPr>
      <dsp:spPr>
        <a:xfrm rot="5400000">
          <a:off x="5117792" y="2538236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520278"/>
            <a:satOff val="2577"/>
            <a:lumOff val="6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7B30A7-8E50-44D5-88A3-B9C1374B7FC2}">
      <dsp:nvSpPr>
        <dsp:cNvPr id="0" name=""/>
        <dsp:cNvSpPr/>
      </dsp:nvSpPr>
      <dsp:spPr>
        <a:xfrm>
          <a:off x="4941245" y="1799553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426947"/>
                <a:satOff val="2296"/>
                <a:lumOff val="2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426947"/>
                <a:satOff val="2296"/>
                <a:lumOff val="2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426947"/>
                <a:satOff val="2296"/>
                <a:lumOff val="2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Tenso</a:t>
          </a:r>
          <a:endParaRPr lang="es-ES" sz="1700" b="0" i="0" u="none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/'ten so/</a:t>
          </a:r>
          <a:endParaRPr lang="es-ES" sz="1700" kern="1200" dirty="0"/>
        </a:p>
      </dsp:txBody>
      <dsp:txXfrm>
        <a:off x="4979582" y="1837890"/>
        <a:ext cx="1045098" cy="708530"/>
      </dsp:txXfrm>
    </dsp:sp>
    <dsp:sp modelId="{A23677BD-4DF4-4F1C-B838-427E68F6A042}">
      <dsp:nvSpPr>
        <dsp:cNvPr id="0" name=""/>
        <dsp:cNvSpPr/>
      </dsp:nvSpPr>
      <dsp:spPr>
        <a:xfrm>
          <a:off x="6063018" y="1874440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75F40-7EB0-4FA0-9BF5-17E9BA6D2FDA}">
      <dsp:nvSpPr>
        <dsp:cNvPr id="0" name=""/>
        <dsp:cNvSpPr/>
      </dsp:nvSpPr>
      <dsp:spPr>
        <a:xfrm rot="5400000">
          <a:off x="6047861" y="3420280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780417"/>
            <a:satOff val="3866"/>
            <a:lumOff val="99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510298C-D0FF-45BF-9B82-4A91779CBB1B}">
      <dsp:nvSpPr>
        <dsp:cNvPr id="0" name=""/>
        <dsp:cNvSpPr/>
      </dsp:nvSpPr>
      <dsp:spPr>
        <a:xfrm>
          <a:off x="5871314" y="2681597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640421"/>
                <a:satOff val="3443"/>
                <a:lumOff val="3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640421"/>
                <a:satOff val="3443"/>
                <a:lumOff val="3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640421"/>
                <a:satOff val="3443"/>
                <a:lumOff val="3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Censo</a:t>
          </a:r>
          <a:endParaRPr lang="es-ES" sz="1700" b="0" i="0" u="none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/'</a:t>
          </a:r>
          <a:r>
            <a:rPr lang="es-ES" sz="1700" b="1" i="0" u="none" kern="1200" dirty="0" err="1"/>
            <a:t>θen</a:t>
          </a:r>
          <a:r>
            <a:rPr lang="es-ES" sz="1700" b="1" i="0" u="none" kern="1200" dirty="0"/>
            <a:t> so/</a:t>
          </a:r>
          <a:endParaRPr lang="es-ES" sz="1700" kern="1200" dirty="0"/>
        </a:p>
      </dsp:txBody>
      <dsp:txXfrm>
        <a:off x="5909651" y="2719934"/>
        <a:ext cx="1045098" cy="708530"/>
      </dsp:txXfrm>
    </dsp:sp>
    <dsp:sp modelId="{891384A6-651D-4388-83A7-2CF9AAEFFA83}">
      <dsp:nvSpPr>
        <dsp:cNvPr id="0" name=""/>
        <dsp:cNvSpPr/>
      </dsp:nvSpPr>
      <dsp:spPr>
        <a:xfrm>
          <a:off x="6993087" y="2756484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72FD6-129C-4EBB-8F27-BBAF2518B01E}">
      <dsp:nvSpPr>
        <dsp:cNvPr id="0" name=""/>
        <dsp:cNvSpPr/>
      </dsp:nvSpPr>
      <dsp:spPr>
        <a:xfrm rot="5400000">
          <a:off x="6977930" y="4302324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1040556"/>
            <a:satOff val="5154"/>
            <a:lumOff val="1324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07711F1-7AA9-45B8-8454-66648F2B3999}">
      <dsp:nvSpPr>
        <dsp:cNvPr id="0" name=""/>
        <dsp:cNvSpPr/>
      </dsp:nvSpPr>
      <dsp:spPr>
        <a:xfrm>
          <a:off x="6801383" y="3563640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853895"/>
                <a:satOff val="4591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853895"/>
                <a:satOff val="4591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853895"/>
                <a:satOff val="4591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Ceso</a:t>
          </a:r>
          <a:endParaRPr lang="es-ES" sz="1700" b="0" i="0" u="none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/'</a:t>
          </a:r>
          <a:r>
            <a:rPr lang="es-ES" sz="1700" b="1" i="0" u="none" kern="1200" dirty="0" err="1"/>
            <a:t>θe</a:t>
          </a:r>
          <a:r>
            <a:rPr lang="es-ES" sz="1700" b="1" i="0" u="none" kern="1200" dirty="0"/>
            <a:t> so/</a:t>
          </a:r>
          <a:endParaRPr lang="es-ES" sz="1700" kern="1200" dirty="0"/>
        </a:p>
      </dsp:txBody>
      <dsp:txXfrm>
        <a:off x="6839720" y="3601977"/>
        <a:ext cx="1045098" cy="708530"/>
      </dsp:txXfrm>
    </dsp:sp>
    <dsp:sp modelId="{5117201C-9A52-4597-86FA-C29506683C67}">
      <dsp:nvSpPr>
        <dsp:cNvPr id="0" name=""/>
        <dsp:cNvSpPr/>
      </dsp:nvSpPr>
      <dsp:spPr>
        <a:xfrm>
          <a:off x="7923156" y="3638528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BCADD-B160-43E7-9C17-5DBD22178810}">
      <dsp:nvSpPr>
        <dsp:cNvPr id="0" name=""/>
        <dsp:cNvSpPr/>
      </dsp:nvSpPr>
      <dsp:spPr>
        <a:xfrm>
          <a:off x="7731452" y="4445684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1067368"/>
                <a:satOff val="5739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067368"/>
                <a:satOff val="5739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067368"/>
                <a:satOff val="5739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Queso </a:t>
          </a:r>
          <a:endParaRPr lang="es-ES" sz="1700" b="0" i="0" u="none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i="0" u="none" kern="1200" dirty="0"/>
            <a:t>/'ke so/</a:t>
          </a:r>
          <a:endParaRPr lang="es-ES" sz="1700" kern="1200" dirty="0"/>
        </a:p>
      </dsp:txBody>
      <dsp:txXfrm>
        <a:off x="7769789" y="4484021"/>
        <a:ext cx="1045098" cy="708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CEBA7-FACA-4AE4-AF2D-29A719B80E34}">
      <dsp:nvSpPr>
        <dsp:cNvPr id="0" name=""/>
        <dsp:cNvSpPr/>
      </dsp:nvSpPr>
      <dsp:spPr>
        <a:xfrm rot="5400000">
          <a:off x="3257655" y="774148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BADD61-4A79-423A-8F37-DB73EF65D4A2}">
      <dsp:nvSpPr>
        <dsp:cNvPr id="0" name=""/>
        <dsp:cNvSpPr/>
      </dsp:nvSpPr>
      <dsp:spPr>
        <a:xfrm>
          <a:off x="3081108" y="35465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casa</a:t>
          </a:r>
        </a:p>
      </dsp:txBody>
      <dsp:txXfrm>
        <a:off x="3119445" y="73802"/>
        <a:ext cx="1045098" cy="708530"/>
      </dsp:txXfrm>
    </dsp:sp>
    <dsp:sp modelId="{FDFDFFA9-0E84-46FA-86D3-957D9753E16B}">
      <dsp:nvSpPr>
        <dsp:cNvPr id="0" name=""/>
        <dsp:cNvSpPr/>
      </dsp:nvSpPr>
      <dsp:spPr>
        <a:xfrm>
          <a:off x="4202880" y="110352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8D72A-BB7C-4477-A680-45047AD5E62E}">
      <dsp:nvSpPr>
        <dsp:cNvPr id="0" name=""/>
        <dsp:cNvSpPr/>
      </dsp:nvSpPr>
      <dsp:spPr>
        <a:xfrm rot="5400000">
          <a:off x="4187724" y="1656192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260139"/>
            <a:satOff val="1289"/>
            <a:lumOff val="33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5B0B848-515D-45A4-A50E-3EDB1D712A02}">
      <dsp:nvSpPr>
        <dsp:cNvPr id="0" name=""/>
        <dsp:cNvSpPr/>
      </dsp:nvSpPr>
      <dsp:spPr>
        <a:xfrm>
          <a:off x="4011176" y="917509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213474"/>
                <a:satOff val="1148"/>
                <a:lumOff val="1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13474"/>
                <a:satOff val="1148"/>
                <a:lumOff val="1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13474"/>
                <a:satOff val="1148"/>
                <a:lumOff val="1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cosa</a:t>
          </a:r>
        </a:p>
      </dsp:txBody>
      <dsp:txXfrm>
        <a:off x="4049513" y="955846"/>
        <a:ext cx="1045098" cy="708530"/>
      </dsp:txXfrm>
    </dsp:sp>
    <dsp:sp modelId="{1745B368-54F4-4BA1-B3FD-E28F455ABDD6}">
      <dsp:nvSpPr>
        <dsp:cNvPr id="0" name=""/>
        <dsp:cNvSpPr/>
      </dsp:nvSpPr>
      <dsp:spPr>
        <a:xfrm>
          <a:off x="5132949" y="992396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7F9CF-9351-4BD6-92DF-D2B506B4EE40}">
      <dsp:nvSpPr>
        <dsp:cNvPr id="0" name=""/>
        <dsp:cNvSpPr/>
      </dsp:nvSpPr>
      <dsp:spPr>
        <a:xfrm rot="5400000">
          <a:off x="5117792" y="2538236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520278"/>
            <a:satOff val="2577"/>
            <a:lumOff val="6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7B30A7-8E50-44D5-88A3-B9C1374B7FC2}">
      <dsp:nvSpPr>
        <dsp:cNvPr id="0" name=""/>
        <dsp:cNvSpPr/>
      </dsp:nvSpPr>
      <dsp:spPr>
        <a:xfrm>
          <a:off x="4941245" y="1799553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426947"/>
                <a:satOff val="2296"/>
                <a:lumOff val="2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426947"/>
                <a:satOff val="2296"/>
                <a:lumOff val="2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426947"/>
                <a:satOff val="2296"/>
                <a:lumOff val="2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costa</a:t>
          </a:r>
        </a:p>
      </dsp:txBody>
      <dsp:txXfrm>
        <a:off x="4979582" y="1837890"/>
        <a:ext cx="1045098" cy="708530"/>
      </dsp:txXfrm>
    </dsp:sp>
    <dsp:sp modelId="{A23677BD-4DF4-4F1C-B838-427E68F6A042}">
      <dsp:nvSpPr>
        <dsp:cNvPr id="0" name=""/>
        <dsp:cNvSpPr/>
      </dsp:nvSpPr>
      <dsp:spPr>
        <a:xfrm>
          <a:off x="6063018" y="1874440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75F40-7EB0-4FA0-9BF5-17E9BA6D2FDA}">
      <dsp:nvSpPr>
        <dsp:cNvPr id="0" name=""/>
        <dsp:cNvSpPr/>
      </dsp:nvSpPr>
      <dsp:spPr>
        <a:xfrm rot="5400000">
          <a:off x="6047861" y="3420280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780417"/>
            <a:satOff val="3866"/>
            <a:lumOff val="99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510298C-D0FF-45BF-9B82-4A91779CBB1B}">
      <dsp:nvSpPr>
        <dsp:cNvPr id="0" name=""/>
        <dsp:cNvSpPr/>
      </dsp:nvSpPr>
      <dsp:spPr>
        <a:xfrm>
          <a:off x="5871314" y="2681597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640421"/>
                <a:satOff val="3443"/>
                <a:lumOff val="3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640421"/>
                <a:satOff val="3443"/>
                <a:lumOff val="3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640421"/>
                <a:satOff val="3443"/>
                <a:lumOff val="3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cesta</a:t>
          </a:r>
        </a:p>
      </dsp:txBody>
      <dsp:txXfrm>
        <a:off x="5909651" y="2719934"/>
        <a:ext cx="1045098" cy="708530"/>
      </dsp:txXfrm>
    </dsp:sp>
    <dsp:sp modelId="{891384A6-651D-4388-83A7-2CF9AAEFFA83}">
      <dsp:nvSpPr>
        <dsp:cNvPr id="0" name=""/>
        <dsp:cNvSpPr/>
      </dsp:nvSpPr>
      <dsp:spPr>
        <a:xfrm>
          <a:off x="6993087" y="2756484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72FD6-129C-4EBB-8F27-BBAF2518B01E}">
      <dsp:nvSpPr>
        <dsp:cNvPr id="0" name=""/>
        <dsp:cNvSpPr/>
      </dsp:nvSpPr>
      <dsp:spPr>
        <a:xfrm rot="5400000">
          <a:off x="6977930" y="4302324"/>
          <a:ext cx="666368" cy="7586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-1040556"/>
            <a:satOff val="5154"/>
            <a:lumOff val="1324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07711F1-7AA9-45B8-8454-66648F2B3999}">
      <dsp:nvSpPr>
        <dsp:cNvPr id="0" name=""/>
        <dsp:cNvSpPr/>
      </dsp:nvSpPr>
      <dsp:spPr>
        <a:xfrm>
          <a:off x="6801383" y="3563640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853895"/>
                <a:satOff val="4591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853895"/>
                <a:satOff val="4591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853895"/>
                <a:satOff val="4591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esta</a:t>
          </a:r>
        </a:p>
      </dsp:txBody>
      <dsp:txXfrm>
        <a:off x="6839720" y="3601977"/>
        <a:ext cx="1045098" cy="708530"/>
      </dsp:txXfrm>
    </dsp:sp>
    <dsp:sp modelId="{5117201C-9A52-4597-86FA-C29506683C67}">
      <dsp:nvSpPr>
        <dsp:cNvPr id="0" name=""/>
        <dsp:cNvSpPr/>
      </dsp:nvSpPr>
      <dsp:spPr>
        <a:xfrm>
          <a:off x="7923156" y="3638528"/>
          <a:ext cx="815870" cy="63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BCADD-B160-43E7-9C17-5DBD22178810}">
      <dsp:nvSpPr>
        <dsp:cNvPr id="0" name=""/>
        <dsp:cNvSpPr/>
      </dsp:nvSpPr>
      <dsp:spPr>
        <a:xfrm>
          <a:off x="7731452" y="4445684"/>
          <a:ext cx="1121772" cy="7852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-1067368"/>
                <a:satOff val="5739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067368"/>
                <a:satOff val="5739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067368"/>
                <a:satOff val="5739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resta</a:t>
          </a:r>
        </a:p>
      </dsp:txBody>
      <dsp:txXfrm>
        <a:off x="7769789" y="4484021"/>
        <a:ext cx="1045098" cy="708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C589B-D949-4BCE-BA4D-A42FE2DF2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BCAED-3397-419D-B1FE-82886BE6F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76C6B9-F35E-496D-BB23-75F1F889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EDC15-DB6E-4515-84F9-6D896D82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2FC581-7F6F-42D5-9D97-86EC2A5B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03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1A6F4-7780-43FE-83A9-0A3C6673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21005F-1D34-47DE-B67D-31F23EF40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FC3040-A828-4672-AA77-A4F4A223A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570D1-5C7D-482C-9096-4E21E874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B5ED65-7AA8-4BDD-B6F3-0BA76613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374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D8520-6609-4D02-92B4-99951351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7A0B12-3251-4EA2-9967-0C2DACBF1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D5D874-A8A6-4D87-B84E-7EA36A6C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A59B4-D782-4340-8609-E5B1B56D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65558-4C58-4E2E-9CB0-DFEE7A23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40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75008-F577-4B91-9124-047B3DEE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BF6F67-9C95-450B-BF9A-2B5515823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28524-9EBD-4ACE-BBD5-889AF40F1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20301F-01C1-4D3A-9F89-B5008E53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5E734F-B747-4E96-8733-88CCD97A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993716-92A4-464F-B21E-311127BE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7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D64BE-D1D8-4383-A471-6B8B4608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7A6308-9711-4729-B71E-850C57FB6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E3BAA9-8BC4-4ECA-B90E-02480D402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315331-2012-4573-9E19-0F31AC26F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0D41AE-0478-4302-B702-3CE28F877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72DB58-A35F-4B39-803A-4D951160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492B23-93C4-4763-9FA4-D065D8BC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D9F3B9-35E5-4208-82D2-8F7AF46A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1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FD2CB-2CE8-4F30-900E-B106907F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373A33-80B1-4130-9DB9-99EA96AC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41821-E493-4065-AB10-B71E8117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A22925-FF16-48C8-B8E8-A5D2CFA6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58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307088-A1DB-4846-895B-40C0E2F4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18E5C4-F1E7-442B-836C-A3C7B9D9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D11ECB-7609-499F-A7A8-518DB806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572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CD767-2852-4962-9C45-603ECAA9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430E9-BF0F-48EB-AEE1-AA45020D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089D2D-3BFF-44C3-87A4-016FCA543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344FAA-1C4E-4D67-AC7A-20ED4DF5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28B54-3ABE-4796-B0A1-373FE445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802445-CC0C-4215-921B-50573426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45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778E2-3065-4EB6-BF7E-095FE5D3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057E73-2C13-4F99-A950-FF946D1FF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BB2326-4F48-4779-B022-A75299AAD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8DF721-C66C-46FA-89D7-3D68F49F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8390D1-F9AC-456F-AA96-78B42C17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58919E-8E40-4EE8-84B9-E9B6F771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1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2B761-1BDE-4891-AD5E-88446785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8B9865-47C8-4474-A98B-425B162A1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72C0D4-0514-4BAC-9BA3-0E8B48FC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6E35A4-7520-4A99-ABD6-B84527FD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C16BB6-AF32-4D15-8942-D0116123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52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D735B8-D7CF-4A5D-8C65-D323E0403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55047C-CE8B-4B81-B58D-460AAD99F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23F30-6084-4F1A-BE65-B52DAB9C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1D1C4-7F67-4E2B-B8A1-AD79FE50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85566-08B8-4530-94D9-CFF01BBD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0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B32463-0E4A-4C1A-BDDD-C86BB549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950E11-4E42-4762-B03E-8C157D08D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C957C2-2D91-46B6-9E19-FE74FA12F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ADFB3-6BB5-44FE-AFC3-D9F3676E11C3}" type="datetimeFigureOut">
              <a:rPr lang="es-ES" smtClean="0"/>
              <a:t>12/02/2024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0559F1-6174-42E9-8BF8-EB51AC904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A9516E-FABC-41A7-BEC5-3F90BC7D9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C880-67E1-4B1D-9BE8-1412140968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711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AAD4EC8-88AF-4A04-8CB2-7F0DBD70B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0991" y="2484506"/>
            <a:ext cx="8161727" cy="288823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9CC0F1-7C34-4B00-A08A-9ABBB858C071}"/>
              </a:ext>
            </a:extLst>
          </p:cNvPr>
          <p:cNvSpPr txBox="1"/>
          <p:nvPr/>
        </p:nvSpPr>
        <p:spPr>
          <a:xfrm>
            <a:off x="4687268" y="2880431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u="sng" dirty="0">
                <a:solidFill>
                  <a:srgbClr val="FF0000"/>
                </a:solidFill>
                <a:latin typeface="Footlight MT Light" panose="0204060206030A020304" pitchFamily="18" charset="0"/>
                <a:cs typeface="Arial" panose="020B0604020202020204" pitchFamily="34" charset="0"/>
              </a:rPr>
              <a:t>tapo</a:t>
            </a:r>
          </a:p>
        </p:txBody>
      </p:sp>
    </p:spTree>
    <p:extLst>
      <p:ext uri="{BB962C8B-B14F-4D97-AF65-F5344CB8AC3E}">
        <p14:creationId xmlns:p14="http://schemas.microsoft.com/office/powerpoint/2010/main" val="321377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9B00428-A5AA-4672-A26C-8D1F36DD4361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5424" y="1140645"/>
            <a:ext cx="7975888" cy="36198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14EF090-27BB-441B-8B54-8D09047E7F61}"/>
              </a:ext>
            </a:extLst>
          </p:cNvPr>
          <p:cNvSpPr txBox="1"/>
          <p:nvPr/>
        </p:nvSpPr>
        <p:spPr>
          <a:xfrm>
            <a:off x="4724974" y="1998482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u="sng" dirty="0">
                <a:solidFill>
                  <a:srgbClr val="FF0000"/>
                </a:solidFill>
                <a:latin typeface="Footlight MT Light" panose="0204060206030A020304" pitchFamily="18" charset="0"/>
                <a:cs typeface="Arial" panose="020B0604020202020204" pitchFamily="34" charset="0"/>
              </a:rPr>
              <a:t>topo</a:t>
            </a:r>
          </a:p>
        </p:txBody>
      </p:sp>
    </p:spTree>
    <p:extLst>
      <p:ext uri="{BB962C8B-B14F-4D97-AF65-F5344CB8AC3E}">
        <p14:creationId xmlns:p14="http://schemas.microsoft.com/office/powerpoint/2010/main" val="365907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5FE60BD-635C-4861-B10B-69133AEBA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337370"/>
              </p:ext>
            </p:extLst>
          </p:nvPr>
        </p:nvGraphicFramePr>
        <p:xfrm>
          <a:off x="150829" y="719666"/>
          <a:ext cx="11934333" cy="5266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02A553E-3857-4835-99C6-28ECC09F587D}"/>
              </a:ext>
            </a:extLst>
          </p:cNvPr>
          <p:cNvSpPr txBox="1"/>
          <p:nvPr/>
        </p:nvSpPr>
        <p:spPr>
          <a:xfrm>
            <a:off x="3344110" y="2626620"/>
            <a:ext cx="946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00B050"/>
                </a:solidFill>
              </a:rPr>
              <a:t>+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/n/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D72E08-62C9-4F26-9E41-743F51358859}"/>
              </a:ext>
            </a:extLst>
          </p:cNvPr>
          <p:cNvSpPr txBox="1"/>
          <p:nvPr/>
        </p:nvSpPr>
        <p:spPr>
          <a:xfrm>
            <a:off x="3817156" y="3488945"/>
            <a:ext cx="140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/t/</a:t>
            </a:r>
            <a:r>
              <a:rPr lang="es-ES" sz="2800" b="1" dirty="0">
                <a:solidFill>
                  <a:srgbClr val="0070C0"/>
                </a:solidFill>
              </a:rPr>
              <a:t>-&gt;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l-G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</a:t>
            </a:r>
            <a:r>
              <a:rPr lang="es-ES" sz="2800" b="1" i="0" u="non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endParaRPr lang="es-E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B6EE04-2B47-4D7E-AF33-4840C190F401}"/>
              </a:ext>
            </a:extLst>
          </p:cNvPr>
          <p:cNvSpPr txBox="1"/>
          <p:nvPr/>
        </p:nvSpPr>
        <p:spPr>
          <a:xfrm>
            <a:off x="5494106" y="4254631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x</a:t>
            </a:r>
            <a:r>
              <a:rPr lang="es-ES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07A716-14D9-4184-B8D8-8654FD1E6404}"/>
              </a:ext>
            </a:extLst>
          </p:cNvPr>
          <p:cNvSpPr txBox="1"/>
          <p:nvPr/>
        </p:nvSpPr>
        <p:spPr>
          <a:xfrm>
            <a:off x="1809961" y="1612016"/>
            <a:ext cx="168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i="0" u="non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/tʃ/</a:t>
            </a:r>
            <a:r>
              <a:rPr lang="es-ES" sz="2800" b="1" dirty="0">
                <a:solidFill>
                  <a:srgbClr val="0070C0"/>
                </a:solidFill>
              </a:rPr>
              <a:t>-&gt;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/s/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596C43-72D1-42A9-8376-F3D8AF4F281A}"/>
              </a:ext>
            </a:extLst>
          </p:cNvPr>
          <p:cNvSpPr txBox="1"/>
          <p:nvPr/>
        </p:nvSpPr>
        <p:spPr>
          <a:xfrm>
            <a:off x="5628797" y="5233895"/>
            <a:ext cx="1642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l-G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s-ES" sz="2800" b="1" dirty="0">
                <a:solidFill>
                  <a:srgbClr val="0070C0"/>
                </a:solidFill>
              </a:rPr>
              <a:t>-&gt;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/k</a:t>
            </a:r>
            <a:r>
              <a:rPr lang="es-ES" sz="2800" b="1" i="0" u="non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endParaRPr lang="es-E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81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C3DC845-D58C-4401-BAAD-0F651BBB5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317785"/>
              </p:ext>
            </p:extLst>
          </p:nvPr>
        </p:nvGraphicFramePr>
        <p:xfrm>
          <a:off x="150829" y="719666"/>
          <a:ext cx="11934333" cy="5266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1E2BA64-21A8-4ECC-A821-2C4F9A9AB6D1}"/>
              </a:ext>
            </a:extLst>
          </p:cNvPr>
          <p:cNvSpPr txBox="1"/>
          <p:nvPr/>
        </p:nvSpPr>
        <p:spPr>
          <a:xfrm>
            <a:off x="3657025" y="2542945"/>
            <a:ext cx="574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00B050"/>
                </a:solidFill>
              </a:rPr>
              <a:t>+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176D38-8EC2-4667-89C1-7B499E57B61E}"/>
              </a:ext>
            </a:extLst>
          </p:cNvPr>
          <p:cNvSpPr txBox="1"/>
          <p:nvPr/>
        </p:nvSpPr>
        <p:spPr>
          <a:xfrm>
            <a:off x="4405460" y="3429000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s-ES" sz="2800" b="1" dirty="0">
                <a:solidFill>
                  <a:srgbClr val="0070C0"/>
                </a:solidFill>
              </a:rPr>
              <a:t>-&gt;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DB63C3-3581-418F-B4D1-AB5D9FA38C05}"/>
              </a:ext>
            </a:extLst>
          </p:cNvPr>
          <p:cNvSpPr txBox="1"/>
          <p:nvPr/>
        </p:nvSpPr>
        <p:spPr>
          <a:xfrm>
            <a:off x="5494106" y="4254631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x</a:t>
            </a:r>
            <a:r>
              <a:rPr lang="es-ES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274CB9-8DFF-4A78-827D-EC0DF3D602B1}"/>
              </a:ext>
            </a:extLst>
          </p:cNvPr>
          <p:cNvSpPr txBox="1"/>
          <p:nvPr/>
        </p:nvSpPr>
        <p:spPr>
          <a:xfrm>
            <a:off x="6468361" y="5242873"/>
            <a:ext cx="574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00B050"/>
                </a:solidFill>
              </a:rPr>
              <a:t>+ 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FD02C2-067B-47EA-A0F0-A99B46C3245B}"/>
              </a:ext>
            </a:extLst>
          </p:cNvPr>
          <p:cNvSpPr txBox="1"/>
          <p:nvPr/>
        </p:nvSpPr>
        <p:spPr>
          <a:xfrm>
            <a:off x="2553704" y="1593000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s-ES" sz="2800" b="1" dirty="0">
                <a:solidFill>
                  <a:srgbClr val="0070C0"/>
                </a:solidFill>
              </a:rPr>
              <a:t>-&gt;</a:t>
            </a: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76278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151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71</Words>
  <Application>Microsoft Office PowerPoint</Application>
  <PresentationFormat>Panorámica</PresentationFormat>
  <Paragraphs>30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Footlight MT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Arlet Acosta González</dc:creator>
  <cp:lastModifiedBy>Arlet Acosta González</cp:lastModifiedBy>
  <cp:revision>11</cp:revision>
  <dcterms:created xsi:type="dcterms:W3CDTF">2024-02-09T15:56:46Z</dcterms:created>
  <dcterms:modified xsi:type="dcterms:W3CDTF">2024-02-12T22:02:26Z</dcterms:modified>
</cp:coreProperties>
</file>