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474720" cy="347472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NIVEL A1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Vocabulario visual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Familias, objetos de casa, la hora y mucho más, con imágenes y colores.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👋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78308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74320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💼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70332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663440" y="5074920"/>
            <a:ext cx="777240" cy="77724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🪪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→ Ruso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elaborado por Angel Luis Acosta González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· FAMILIAS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¿Estás casado?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y el estado civil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marido / el esposo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mujer / la esposa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hijo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hija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дочь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padre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отец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madre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мать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hermano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👩‍🦰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hermana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сестра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👴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abuelo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дедушка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2 · Vocabulario visual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· FAMILIAS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¿Estás casado?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y el estado civil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abuela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бабушка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tío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дядя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👩‍🦳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tía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тётя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🧑‍🎓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двоюродный брат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👩‍🎓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двоюродная сестра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💑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novio / la novia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парень / девушка (жених / невеста)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casado/a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женат / замужем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🙋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soltero/a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холост / не замужем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amigo / la amiga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 / подруга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2 · Vocabulario visual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· OBJETOS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están mis gafas?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y muebles de la casa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reloj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☂️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paraguas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zapatillas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тапочки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ordenador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cuadro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🛋️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sofá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диван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🪑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silla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стул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mesita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столик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👓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gafas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очки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5330952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" y="562813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56281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☎️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0160" y="5376672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teléfono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12920" y="5330952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40936" y="562813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4440936" y="56281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🛋️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44440" y="5376672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sillón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кресло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2 · Vocabulario visual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· OBJETOS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están mis gafas?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y muebles de la casa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lámpara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лампа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mochila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рюкзак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diccionario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🖱️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ratón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компьютерная мышь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⚽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balón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мяч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📺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televisión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телевизор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🪟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foto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фотография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5330952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" y="562813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56281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🐱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0160" y="5376672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gato / la gata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/ кошка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2 · Vocabulario visual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· GRAMÁTICA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Marcadores de lugar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decir dónde están las cosas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↔️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lado de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⬆️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delante de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572768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186994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18699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⬇️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618488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detrás de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за, сзади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🔽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debajo de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encima de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на, сверху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2825496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3122676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31226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↕️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2871216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➡️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derecha de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 от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⬅️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izquierda de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от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078224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43754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43754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4123944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в, на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5330952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" y="562813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56281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0160" y="5376672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el = al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«a» + «el» = «al»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12920" y="5330952"/>
            <a:ext cx="3563112" cy="1069848"/>
          </a:xfrm>
          <a:prstGeom prst="roundRect">
            <a:avLst>
              <a:gd name="adj" fmla="val 7692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40936" y="562813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4440936" y="56281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44440" y="5376672"/>
            <a:ext cx="27218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+ el = del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«de» + «el» = «del»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2 · Vocabulario visual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· GRAMÁTICA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Plural, posesivos y demostrativos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el plural, decir de quién es algo, y señalar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+ -s (mapa → mapas)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гласной: + "-s"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consonante + -es (autobús → autobuses)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согласной: + "-es"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/ mis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(моя, моё) / мои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/ tus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твой (твоя, твоё) / твои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/ sus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его, её, Ваш(а) / их, Ваши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👨‍👩‍👧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nuestro/a/os/as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наш, наша, наше / наши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vuestro/a/os/as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ваш, ваша, ваше / ваши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👇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/ esta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/ эта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👇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/ estas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2 · Vocabulario visual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 · LA HORA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hora es?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formas de decir la hora en español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691640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91640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5563" y="1636776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hora es?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Который час?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18563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310003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10003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5563" y="2255139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una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(01:00)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36926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2928366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928366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5563" y="2873502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las dos / las tres...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часа / три часа...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455289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546729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546729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5563" y="3491865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...en punto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073652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165092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165092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5563" y="4110228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cinco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минут (после часа)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92015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4783455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783455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🕙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5563" y="4728591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diez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десять минут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310378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" y="5401818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5401818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5563" y="5346954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cuarto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четверть (пятнадцать минут)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928741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6020181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6020181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🕟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75563" y="5965317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veinte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двадцать минут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55080" y="1600200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64808" y="1691640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6464808" y="1691640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82003" y="1636776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veinticinco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двадцать пять минут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55080" y="2218563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64808" y="2310003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464808" y="2310003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🕧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82003" y="2255139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media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половина (тридцать минут)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55080" y="2836926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64808" y="2928366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6464808" y="2928366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🕡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82003" y="2873502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veinticinco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двадцати пяти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355080" y="3455289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464808" y="3546729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1" name="Text 49"/>
          <p:cNvSpPr/>
          <p:nvPr/>
        </p:nvSpPr>
        <p:spPr>
          <a:xfrm>
            <a:off x="6464808" y="3546729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🕣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82003" y="3491865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veinte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двадцати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355080" y="4073652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64808" y="4165092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5" name="Text 53"/>
          <p:cNvSpPr/>
          <p:nvPr/>
        </p:nvSpPr>
        <p:spPr>
          <a:xfrm>
            <a:off x="6464808" y="4165092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🕘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82003" y="4110228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cuarto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четверти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355080" y="4692015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64808" y="4783455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9" name="Text 57"/>
          <p:cNvSpPr/>
          <p:nvPr/>
        </p:nvSpPr>
        <p:spPr>
          <a:xfrm>
            <a:off x="6464808" y="4783455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🕗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82003" y="4728591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diez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десяти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355080" y="5310378"/>
            <a:ext cx="5349240" cy="472059"/>
          </a:xfrm>
          <a:prstGeom prst="roundRect">
            <a:avLst>
              <a:gd name="adj" fmla="val 15496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64808" y="5401818"/>
            <a:ext cx="289179" cy="289179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3" name="Text 61"/>
          <p:cNvSpPr/>
          <p:nvPr/>
        </p:nvSpPr>
        <p:spPr>
          <a:xfrm>
            <a:off x="6464808" y="5401818"/>
            <a:ext cx="289179" cy="28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882003" y="5346954"/>
            <a:ext cx="4712589" cy="39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cinco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пяти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2 · Vocabulario visual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 · RUTINA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Horarios y comidas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Desayunar, comer, cenar, y cuándo abren y cierran las cosas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desayunar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завтракать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обедать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95224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233172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99796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ужинать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открывать(ся)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закрывать(ся)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336956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☀️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341528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mediodía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полдень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🏬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786884"/>
            <a:ext cx="3563112" cy="1234440"/>
          </a:xfrm>
          <a:prstGeom prst="roundRect">
            <a:avLst>
              <a:gd name="adj" fmla="val 6667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516636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🎶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4832604"/>
            <a:ext cx="2721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discoteca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дискотека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2 · Vocabulario visual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 · NÚMEROS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 del 20 al 2000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seguir contando más allá del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27632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201235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veintiuno / двадцать один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99893" y="1572768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99893" y="1627632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45613" y="2201235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treinta / тридцать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51146" y="1572768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51146" y="1627632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96866" y="2201235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treinta y uno / тридцать один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02398" y="1572768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02398" y="1627632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48118" y="2201235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cuarenta / сорок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53651" y="1572768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53651" y="1627632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599371" y="2201235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cincuenta / пятьдесят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820924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875788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94360" y="3449391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sesenta / шестьдесят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99893" y="2820924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99893" y="2875788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845613" y="3449391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setenta / семьдесят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51146" y="2820924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51146" y="2875788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096866" y="3449391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ochenta / восемьдесят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02398" y="2820924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02398" y="2875788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348118" y="3449391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noventa / девяносто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553651" y="2820924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553651" y="2875788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599371" y="3449391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 / сто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069080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4123944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94360" y="4697547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 uno / сто один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99893" y="4069080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9893" y="4123944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2845613" y="4697547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doscientos/as / двести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51146" y="4069080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51146" y="4123944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5096866" y="4697547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trescientos/as / триста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02398" y="4069080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302398" y="4123944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7348118" y="4697547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cuatrocientos/as / четыреста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553651" y="4069080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553651" y="4123944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9599371" y="4697547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quinientos/as / пятьсот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5317236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48640" y="5372100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594360" y="5945703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seiscientos/as / шестьсот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99893" y="5317236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799893" y="5372100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2845613" y="5945703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 / тысяча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051146" y="5317236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051146" y="5372100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5096866" y="5945703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mil / две тысячи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302398" y="5317236"/>
            <a:ext cx="2086661" cy="1083564"/>
          </a:xfrm>
          <a:prstGeom prst="roundRect">
            <a:avLst>
              <a:gd name="adj" fmla="val 8439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02398" y="5372100"/>
            <a:ext cx="2086661" cy="628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5000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7348118" y="5945703"/>
            <a:ext cx="1995221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mil / пять тысяч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2 · Vocabulario visual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 · MÁS VOCABULARIO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Unidades de tiempo y otras palabras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minuto al siglo, y algunas palabras más de la unidad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minuto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292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093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44093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4444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hora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77200" y="157276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5216" y="174467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05216" y="17446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☀️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08720" y="161848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semana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292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093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44093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🗓️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4444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77200" y="2574950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05216" y="2746858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205216" y="274685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08720" y="2620670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año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🔟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016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década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десятилетие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1292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4093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93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💯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4444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siglo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3577133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05216" y="3749040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20521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808720" y="3622853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chico / la chica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парень / девушка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8016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coche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1292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4093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444093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4444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77200" y="4579315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205216" y="4751222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1" name="Text 49"/>
          <p:cNvSpPr/>
          <p:nvPr/>
        </p:nvSpPr>
        <p:spPr>
          <a:xfrm>
            <a:off x="8205216" y="475122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808720" y="4625035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escritor / la escritora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писатель / писательница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5581498"/>
            <a:ext cx="3563112" cy="819302"/>
          </a:xfrm>
          <a:prstGeom prst="roundRect">
            <a:avLst>
              <a:gd name="adj" fmla="val 10045"/>
            </a:avLst>
          </a:prstGeom>
          <a:solidFill>
            <a:srgbClr val="F5F6FB"/>
          </a:solidFill>
          <a:ln/>
          <a:effectLst>
            <a:outerShdw sx="100000" sy="100000" kx="0" ky="0" algn="bl" rotWithShape="0" blurRad="76200" dist="38100" dir="5400000">
              <a:srgbClr val="1B234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6656" y="5753405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5" name="Text 53"/>
          <p:cNvSpPr/>
          <p:nvPr/>
        </p:nvSpPr>
        <p:spPr>
          <a:xfrm>
            <a:off x="676656" y="575340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🌇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80160" y="5627218"/>
            <a:ext cx="2721864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tarde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 (день после полудня)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2 · Vocabulario visual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Angel Luis Acosta González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¡BUEN TRABAJO!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repasaste toda la Unidad 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estas palabras un poco cada día: describe a tu familia, di dónde están las cosas de tu casa, y practica la hora en voz alta.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¡La próxima unidad, más vocabulario visual como este!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Angel Luis Acosta González, tu profesor de español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Español en Marcha 1 · Unidad 2 · Vocabulario visual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Vocabulario visual — Nuevo Español en Marcha 1, Unidad 2</dc:title>
  <dc:subject>PptxGenJS Presentation</dc:subject>
  <dc:creator>PptxGenJS</dc:creator>
  <cp:lastModifiedBy>PptxGenJS</cp:lastModifiedBy>
  <cp:revision>1</cp:revision>
  <dcterms:created xsi:type="dcterms:W3CDTF">2026-08-03T04:51:29Z</dcterms:created>
  <dcterms:modified xsi:type="dcterms:W3CDTF">2026-08-03T04:51:29Z</dcterms:modified>
</cp:coreProperties>
</file>