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474720" cy="347472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NIVEL A1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Vocabulario visual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 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 las palabras de la Unidad 1 con imágenes y colores, para memorizarlas más fácil.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78308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74320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💼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70332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🔢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66344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🪪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→ Ruso · Plantilla genérica para cualquier alumno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19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elaborado por Angel Luis Acosta González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SALUDOS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Saludos y despedidas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y terminar una conversación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días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Доброе утро! / Добрый день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☀️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tardes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день (после полудня)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🌙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noches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вечер! / Спокойной ночи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tal?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дела?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Bien, ¿y tú?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Хорошо, а ты?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😊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bien, gracias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хорошо, спасибо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Encantado / Encantada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(м. / ж.)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🤗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(при знакомстве)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Igualmente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Взаимно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свидания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luego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/ До скорого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mañana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завтра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pronto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скорой встречи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clase y el alfabeto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útiles para pedir ayuda en clase, y cómo hablamos de las letras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repetir, por favor?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Повторите, пожалуйста?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dice...?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сказать...?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✍️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escribe?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пишется?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💭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значит...?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Perdone, no entiendo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Извините, я не понимаю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abecedario / el alfabeto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алфавит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deletrear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произносить по буквам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🅰️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заглавная буква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🔡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строчная буква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tilde / el acento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 ударения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sílaba tónica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ударный слог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CONOCERSE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(informal) y usted (formal) — las mismas preguntas, dos formas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te llamas? / ¿Cómo se llama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тебя / Вас зовут?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llamo...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 зовут...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0700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eres? / ¿De dónde es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ты / Вы?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0700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de...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из...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💼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0700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qué te dedicas? / ¿A qué se dedica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Кем ты работаешь / Вы работаете?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6480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46480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1344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vives? / ¿Dónde vive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ты живёшь / Вы живёте?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5508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6480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📞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1344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número de teléfono?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номер телефона?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6480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46480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✉️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1344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correo electrónico?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адрес электронной почты?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5508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6480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46480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👉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01344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es... / Esta es...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Это... (представляя мужчину / женщину)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6480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46480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🤝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01344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presento a...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Позвольте представить Вам...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interrogativos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Dónde, de dónde y adónde: no son lo mismo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2148840"/>
          </a:xfrm>
          <a:prstGeom prst="roundRect">
            <a:avLst>
              <a:gd name="adj" fmla="val 425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78508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778508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🏠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(punto de partida: ¿de dónde eres?)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92724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5792724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📍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62856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54296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(lugar / posición: ¿dónde estás?)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06940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9806940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🏁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77072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77072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668512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(destino: ¿adónde vas?)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180136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180136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48640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4944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/ какой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07208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953512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9" name="Text 27"/>
          <p:cNvSpPr/>
          <p:nvPr/>
        </p:nvSpPr>
        <p:spPr>
          <a:xfrm>
            <a:off x="2953512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🤔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447288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65776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212080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705856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(из вариантов)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24344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70648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7" name="Text 35"/>
          <p:cNvSpPr/>
          <p:nvPr/>
        </p:nvSpPr>
        <p:spPr>
          <a:xfrm>
            <a:off x="7470648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🙋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964424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/ quiénes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582912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729216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1" name="Text 39"/>
          <p:cNvSpPr/>
          <p:nvPr/>
        </p:nvSpPr>
        <p:spPr>
          <a:xfrm>
            <a:off x="972921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🔢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10222992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cuánto/a/os/as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TÚ / USTED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hablar de tú y cuándo de usted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 (неформальное обращение)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🎩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 (Ud.)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ед. ч.)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ustedes (Uds.)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мн. ч.)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señor (Sr.)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господин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👩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señora (Sra.)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госпожа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jefe / la jefa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начальник / начальница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8688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16636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83260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desconocido/a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незнакомый человек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LA FICHA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vocabulario para rellenar cualquier formulario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506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32307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2658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apellido / los apellidos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фамилия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nacionalidad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национальность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506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307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32307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2658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profesión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016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domicilio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проживания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506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2307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32307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🏙️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2658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ciudad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teléfono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9506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2307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32307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✉️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2658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electrónico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электронная почта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🇩🇪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alemán / alemana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немец / немка (Германия)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🇪🇸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/ española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испанец / испанка (Испания)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🇫🇷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francés / francesa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 / француженка (Франция)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🇮🇹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italiano / italiana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итальянец / итальянка (Италия)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🇧🇷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brasileño / brasileña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бразилец / бразильянка (Бразилия)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🇵🇹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portugués / portuguesa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португалец / португалка (Португалия)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🇲🇦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marroquí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марокканец / марокканка (Марокко)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chino / china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китаец / китаянка (Китай)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🇮🇷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иранец / иранка (Иран)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🇬🇧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británico / británica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британец / британка (Великобритания)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🇹🇷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turco / turca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турок / турчанка (Турция)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🇿🇦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sudafricano / sudafricana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южноафриканец / -нка (ЮАР)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🇨🇴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colombiano / colombiana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колумбиец / колумбийка (Колумбия)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polaco / polaca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поляк / полька (Польша)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🇸🇪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sueco / sueca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швед / шведка (Швеция)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канадец / канадка (Канада)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🇵🇪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peruano / peruana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перуанец / перуанка (Перу)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bielorruso / bielorrusa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белорус / белоруска (Беларусь)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🇲🇽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mexicano / mexicana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мексиканец / мексиканка (Мексика)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🇮🇪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irlandés / irlandesa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ирландец / ирландка (Ирландия)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estadounidense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американец / американка (США)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🇨🇺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cubano / cubana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кубинец / кубинка (Куба)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🇦🇷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argentino / argentina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аргентинец / аргентинка (Аргентина)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🇳🇬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nigeriano / nigeriana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нигериец / нигерийка (Нигерия)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🇵🇰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paquistaní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пакистанец / пакистанка (Пакистан)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🇵🇷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puertorriqueño / puertorriqueña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пуэрториканец / -ка (Пуэрто-Рико)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 · ESPAÑA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Gentilicios de España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llama la gente de cada comunidad autónoma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andaluz / andaluza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андалусец / андалуска (Андалусия)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aragonés / aragonesa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арагонец / арагонка (Арагон)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asturiano / asturiana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астуриец / астурийка (Астурия)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балеарец / балеарка (Балеарские о-ва)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canario / canaria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канарец / канарка (Канарские о-ва)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cántabro / cántabra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кантабриец / кантабрийка (Кантабрия)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castellanoleonés / -esa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 и Леона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castellanomanchego / -a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Кастилии-Ла-Манчи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catalán / catalana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каталонец / каталонка (Каталония)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extremeño / extremeña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эстремадурец / -ка (Эстремадура)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gallego / gallega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галисиец / галисийка (Галисия)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madrileño / madrileña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мадридец / мадридка (Мадрид)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murciano / murciana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мурсиец / мурсийка (Мурсия)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valenciano / valenciana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валенсиец / валенсийка (Валенсия)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07720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20521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3" name="Text 61"/>
          <p:cNvSpPr/>
          <p:nvPr/>
        </p:nvSpPr>
        <p:spPr>
          <a:xfrm>
            <a:off x="820521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880872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vasco / vasca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баск / баска (Страна Басков)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peluquero/a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парикмахер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🧑‍🏫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преподаватель, учитель/-ница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официант/-ка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de casa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домохозяйка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🚕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📮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почтальон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actor/actriz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актёр / актриса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адвокат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уборщик/-ца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продавец / продавщица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секретарь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водитель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повар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futbolista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футболист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певец / певица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jardinero/a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садовник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🎹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пианист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президент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🎒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студент/-ка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 по информатике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💉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медбрат / медсестра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архитектор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переводчик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director/a de cine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кинорежиссёр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Verbos clave en presente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cinco verbos imprescindibles de la Unidad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4650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✨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98448" y="173736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96312"/>
            <a:ext cx="3148584" cy="12298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8686" y="2551176"/>
            <a:ext cx="0" cy="112014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49631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876702" y="249631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" y="270129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701290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76702" y="2701290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290626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2906268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76702" y="2906268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" y="311124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111246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6702" y="3111246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6384" y="33162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316224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76702" y="3316224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352120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52120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876702" y="352120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37304" y="160020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01896" y="174650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4501896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🤲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087112" y="173736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87112" y="210312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иметь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20184" y="2496312"/>
            <a:ext cx="3148584" cy="12298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537350" y="2551176"/>
            <a:ext cx="0" cy="112014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11624" y="249631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366" y="249631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5048" y="270129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11624" y="2701290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665366" y="2701290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5048" y="290626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1624" y="2906268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665366" y="2906268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5048" y="311124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1624" y="3111246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65366" y="3111246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tenemos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5048" y="33162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11624" y="3316224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665366" y="3316224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tenéis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575048" y="352120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1624" y="352120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665366" y="352120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125968" y="160020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90560" y="174650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829056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56" name="Text 54"/>
          <p:cNvSpPr/>
          <p:nvPr/>
        </p:nvSpPr>
        <p:spPr>
          <a:xfrm>
            <a:off x="8875776" y="173736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875776" y="210312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работать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8308848" y="2496312"/>
            <a:ext cx="3148584" cy="12298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Shape 57"/>
          <p:cNvSpPr/>
          <p:nvPr/>
        </p:nvSpPr>
        <p:spPr>
          <a:xfrm>
            <a:off x="10326014" y="2551176"/>
            <a:ext cx="0" cy="112014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00288" y="249631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0454030" y="249631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363712" y="270129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00288" y="2701290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0454030" y="2701290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63712" y="290626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00288" y="2906268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10454030" y="2906268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8363712" y="311124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400288" y="3111246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10454030" y="3111246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363712" y="33162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400288" y="3316224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10454030" y="3316224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trabajáis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8363712" y="352120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400288" y="352120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10454030" y="352120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trabajan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2442972" y="413766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2607564" y="42839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9" name="Text 77"/>
          <p:cNvSpPr/>
          <p:nvPr/>
        </p:nvSpPr>
        <p:spPr>
          <a:xfrm>
            <a:off x="2607564" y="42839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🍽️</a:t>
            </a:r>
            <a:endParaRPr lang="en-US" sz="2600" dirty="0"/>
          </a:p>
        </p:txBody>
      </p:sp>
      <p:sp>
        <p:nvSpPr>
          <p:cNvPr id="80" name="Text 78"/>
          <p:cNvSpPr/>
          <p:nvPr/>
        </p:nvSpPr>
        <p:spPr>
          <a:xfrm>
            <a:off x="3192780" y="427482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</a:t>
            </a:r>
            <a:endParaRPr lang="en-US" sz="1800" dirty="0"/>
          </a:p>
        </p:txBody>
      </p:sp>
      <p:sp>
        <p:nvSpPr>
          <p:cNvPr id="81" name="Text 79"/>
          <p:cNvSpPr/>
          <p:nvPr/>
        </p:nvSpPr>
        <p:spPr>
          <a:xfrm>
            <a:off x="3192780" y="464058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есть, кушать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2625852" y="5033772"/>
            <a:ext cx="3148584" cy="12298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4643018" y="5088636"/>
            <a:ext cx="0" cy="112014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717292" y="503377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4771034" y="503377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2680716" y="523875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717292" y="5238750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4771034" y="5238750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2680716" y="544372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717292" y="5443728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4771034" y="5443728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2680716" y="564870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717292" y="5648706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4771034" y="5648706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comemos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2680716" y="585368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717292" y="5853684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4771034" y="5853684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coméis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2680716" y="605866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17292" y="605866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4771034" y="605866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6231636" y="413766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6396228" y="42839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96228" y="42839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🏡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981444" y="427482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vivir</a:t>
            </a:r>
            <a:endParaRPr lang="en-US" sz="1800" dirty="0"/>
          </a:p>
        </p:txBody>
      </p:sp>
      <p:sp>
        <p:nvSpPr>
          <p:cNvPr id="105" name="Text 103"/>
          <p:cNvSpPr/>
          <p:nvPr/>
        </p:nvSpPr>
        <p:spPr>
          <a:xfrm>
            <a:off x="6981444" y="464058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жить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6414516" y="5033772"/>
            <a:ext cx="3148584" cy="12298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431682" y="5088636"/>
            <a:ext cx="0" cy="112014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505956" y="503377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8559698" y="503377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vivo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6469380" y="523875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505956" y="5238750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8559698" y="5238750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vives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6469380" y="544372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505956" y="5443728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8559698" y="5443728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6469380" y="564870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05956" y="5648706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559698" y="5648706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vivimos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6469380" y="585368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05956" y="5853684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121" name="Text 119"/>
          <p:cNvSpPr/>
          <p:nvPr/>
        </p:nvSpPr>
        <p:spPr>
          <a:xfrm>
            <a:off x="8559698" y="5853684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vivís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6469380" y="605866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505956" y="6058662"/>
            <a:ext cx="1742846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124" name="Text 122"/>
          <p:cNvSpPr/>
          <p:nvPr/>
        </p:nvSpPr>
        <p:spPr>
          <a:xfrm>
            <a:off x="8559698" y="6058662"/>
            <a:ext cx="1039978" cy="204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NÚMEROS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0-20 y operaciones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tu teléfono, tu dirección y hacer cuentas sencillas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— ноль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56678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56678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202398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— один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64715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64715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810435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— два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72753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72753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418473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— три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80791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80791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026511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— четыре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88829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88829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634549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— пять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96866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96866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0242586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— шесть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94360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— семь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156678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56678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2202398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— восемь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764715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64715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810435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— девять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72753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372753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18473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— десять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980791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80791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7026511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— одиннадцать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88829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588829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8634549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— двенадцать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196866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196866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10242586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— тринадцать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8640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594360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catorce — четырнадцать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56678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156678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2202398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— пятнадцать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764715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764715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3810435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dieciséis — шестнадцать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72753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372753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5418473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diecisiete — семнадцать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980791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80791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026511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dieciocho — восемнадцать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588829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8588829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8634549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diecinueve — девятнадцать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0196866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10196866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10242586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veinte — двадцать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48640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40080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➕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143000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337304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428744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➖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4931664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125968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8217408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✖️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8720328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умножить на (×)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¡BUEN TRABAJO!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repasaste toda la Unidad 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 estas palabras un poco cada día: repítelas en voz alta, tápalas y trata de recordarlas, y úsalas en frases propias.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¡La próxima unidad, más vocabulario visual como este!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Angel Luis Acosta González, tu profesor de español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Vocabulario visual — Nuevo Español en Marcha 1, Unidad 1</dc:title>
  <dc:subject>PptxGenJS Presentation</dc:subject>
  <dc:creator>PptxGenJS</dc:creator>
  <cp:lastModifiedBy>PptxGenJS</cp:lastModifiedBy>
  <cp:revision>1</cp:revision>
  <dcterms:created xsi:type="dcterms:W3CDTF">2026-08-02T15:49:00Z</dcterms:created>
  <dcterms:modified xsi:type="dcterms:W3CDTF">2026-08-02T15:49:00Z</dcterms:modified>
</cp:coreProperties>
</file>